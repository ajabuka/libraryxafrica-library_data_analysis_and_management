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2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F38407D-E904-45B7-B27A-26894D914BE8}" v="7" dt="2026-07-22T12:18:56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subukade Ajakaye" userId="2984dc69f4d237b3" providerId="LiveId" clId="{5B336FDC-8693-49F7-8112-D04F6DD722B1}"/>
    <pc:docChg chg="undo custSel addSld modSld">
      <pc:chgData name="Jesubukade Ajakaye" userId="2984dc69f4d237b3" providerId="LiveId" clId="{5B336FDC-8693-49F7-8112-D04F6DD722B1}" dt="2026-07-22T12:32:05.966" v="827" actId="27636"/>
      <pc:docMkLst>
        <pc:docMk/>
      </pc:docMkLst>
      <pc:sldChg chg="addSp delSp modSp mod">
        <pc:chgData name="Jesubukade Ajakaye" userId="2984dc69f4d237b3" providerId="LiveId" clId="{5B336FDC-8693-49F7-8112-D04F6DD722B1}" dt="2026-07-22T11:17:28.775" v="46" actId="5793"/>
        <pc:sldMkLst>
          <pc:docMk/>
          <pc:sldMk cId="3187655850" sldId="257"/>
        </pc:sldMkLst>
        <pc:spChg chg="mod">
          <ac:chgData name="Jesubukade Ajakaye" userId="2984dc69f4d237b3" providerId="LiveId" clId="{5B336FDC-8693-49F7-8112-D04F6DD722B1}" dt="2026-07-22T11:17:28.775" v="46" actId="5793"/>
          <ac:spMkLst>
            <pc:docMk/>
            <pc:sldMk cId="3187655850" sldId="257"/>
            <ac:spMk id="2" creationId="{1BF394C4-3BB6-B2D8-846F-86E98C35EF2E}"/>
          </ac:spMkLst>
        </pc:spChg>
        <pc:spChg chg="add del">
          <ac:chgData name="Jesubukade Ajakaye" userId="2984dc69f4d237b3" providerId="LiveId" clId="{5B336FDC-8693-49F7-8112-D04F6DD722B1}" dt="2026-07-22T11:11:51.092" v="4" actId="26606"/>
          <ac:spMkLst>
            <pc:docMk/>
            <pc:sldMk cId="3187655850" sldId="257"/>
            <ac:spMk id="3" creationId="{A6989FFF-61A5-F0E8-2E4A-5A39AE773A79}"/>
          </ac:spMkLst>
        </pc:spChg>
        <pc:spChg chg="add del">
          <ac:chgData name="Jesubukade Ajakaye" userId="2984dc69f4d237b3" providerId="LiveId" clId="{5B336FDC-8693-49F7-8112-D04F6DD722B1}" dt="2026-07-22T11:11:51.092" v="4" actId="26606"/>
          <ac:spMkLst>
            <pc:docMk/>
            <pc:sldMk cId="3187655850" sldId="257"/>
            <ac:spMk id="8" creationId="{327D73B4-9F5C-4A64-A179-51B9500CB8B5}"/>
          </ac:spMkLst>
        </pc:spChg>
        <pc:spChg chg="add del">
          <ac:chgData name="Jesubukade Ajakaye" userId="2984dc69f4d237b3" providerId="LiveId" clId="{5B336FDC-8693-49F7-8112-D04F6DD722B1}" dt="2026-07-22T11:11:51.092" v="4" actId="26606"/>
          <ac:spMkLst>
            <pc:docMk/>
            <pc:sldMk cId="3187655850" sldId="257"/>
            <ac:spMk id="10" creationId="{C1F06963-6374-4B48-844F-071A9BAAAE02}"/>
          </ac:spMkLst>
        </pc:spChg>
        <pc:spChg chg="add del">
          <ac:chgData name="Jesubukade Ajakaye" userId="2984dc69f4d237b3" providerId="LiveId" clId="{5B336FDC-8693-49F7-8112-D04F6DD722B1}" dt="2026-07-22T11:11:51.092" v="4" actId="26606"/>
          <ac:spMkLst>
            <pc:docMk/>
            <pc:sldMk cId="3187655850" sldId="257"/>
            <ac:spMk id="12" creationId="{6CB927A4-E432-4310-9CD5-E89FF5063179}"/>
          </ac:spMkLst>
        </pc:spChg>
        <pc:spChg chg="del">
          <ac:chgData name="Jesubukade Ajakaye" userId="2984dc69f4d237b3" providerId="LiveId" clId="{5B336FDC-8693-49F7-8112-D04F6DD722B1}" dt="2026-07-22T11:11:51.092" v="4" actId="26606"/>
          <ac:spMkLst>
            <pc:docMk/>
            <pc:sldMk cId="3187655850" sldId="257"/>
            <ac:spMk id="14" creationId="{1453BF6C-B012-48B7-B4E8-6D7AC7C27D02}"/>
          </ac:spMkLst>
        </pc:spChg>
        <pc:spChg chg="add del">
          <ac:chgData name="Jesubukade Ajakaye" userId="2984dc69f4d237b3" providerId="LiveId" clId="{5B336FDC-8693-49F7-8112-D04F6DD722B1}" dt="2026-07-22T11:11:51.092" v="4" actId="26606"/>
          <ac:spMkLst>
            <pc:docMk/>
            <pc:sldMk cId="3187655850" sldId="257"/>
            <ac:spMk id="16" creationId="{E3020543-B24B-4EC4-8FFC-8DD88EEA91A8}"/>
          </ac:spMkLst>
        </pc:spChg>
        <pc:spChg chg="add del">
          <ac:chgData name="Jesubukade Ajakaye" userId="2984dc69f4d237b3" providerId="LiveId" clId="{5B336FDC-8693-49F7-8112-D04F6DD722B1}" dt="2026-07-22T11:11:48.173" v="1" actId="26606"/>
          <ac:spMkLst>
            <pc:docMk/>
            <pc:sldMk cId="3187655850" sldId="257"/>
            <ac:spMk id="24" creationId="{BACC6370-2D7E-4714-9D71-7542949D7D5D}"/>
          </ac:spMkLst>
        </pc:spChg>
        <pc:spChg chg="add del">
          <ac:chgData name="Jesubukade Ajakaye" userId="2984dc69f4d237b3" providerId="LiveId" clId="{5B336FDC-8693-49F7-8112-D04F6DD722B1}" dt="2026-07-22T11:11:48.173" v="1" actId="26606"/>
          <ac:spMkLst>
            <pc:docMk/>
            <pc:sldMk cId="3187655850" sldId="257"/>
            <ac:spMk id="26" creationId="{F68B3F68-107C-434F-AA38-110D5EA91B85}"/>
          </ac:spMkLst>
        </pc:spChg>
        <pc:spChg chg="add del">
          <ac:chgData name="Jesubukade Ajakaye" userId="2984dc69f4d237b3" providerId="LiveId" clId="{5B336FDC-8693-49F7-8112-D04F6DD722B1}" dt="2026-07-22T11:11:48.173" v="1" actId="26606"/>
          <ac:spMkLst>
            <pc:docMk/>
            <pc:sldMk cId="3187655850" sldId="257"/>
            <ac:spMk id="28" creationId="{AAD0DBB9-1A4B-4391-81D4-CB19F9AB918A}"/>
          </ac:spMkLst>
        </pc:spChg>
        <pc:spChg chg="add del">
          <ac:chgData name="Jesubukade Ajakaye" userId="2984dc69f4d237b3" providerId="LiveId" clId="{5B336FDC-8693-49F7-8112-D04F6DD722B1}" dt="2026-07-22T11:11:48.173" v="1" actId="26606"/>
          <ac:spMkLst>
            <pc:docMk/>
            <pc:sldMk cId="3187655850" sldId="257"/>
            <ac:spMk id="30" creationId="{063BBA22-50EA-4C4D-BE05-F1CE4E63AA56}"/>
          </ac:spMkLst>
        </pc:spChg>
        <pc:spChg chg="add del">
          <ac:chgData name="Jesubukade Ajakaye" userId="2984dc69f4d237b3" providerId="LiveId" clId="{5B336FDC-8693-49F7-8112-D04F6DD722B1}" dt="2026-07-22T11:11:51.072" v="3" actId="26606"/>
          <ac:spMkLst>
            <pc:docMk/>
            <pc:sldMk cId="3187655850" sldId="257"/>
            <ac:spMk id="32" creationId="{43F8A58B-5155-44CE-A5FF-7647B47D0A7A}"/>
          </ac:spMkLst>
        </pc:spChg>
        <pc:spChg chg="add del">
          <ac:chgData name="Jesubukade Ajakaye" userId="2984dc69f4d237b3" providerId="LiveId" clId="{5B336FDC-8693-49F7-8112-D04F6DD722B1}" dt="2026-07-22T11:11:51.072" v="3" actId="26606"/>
          <ac:spMkLst>
            <pc:docMk/>
            <pc:sldMk cId="3187655850" sldId="257"/>
            <ac:spMk id="33" creationId="{BACC6370-2D7E-4714-9D71-7542949D7D5D}"/>
          </ac:spMkLst>
        </pc:spChg>
        <pc:spChg chg="add del">
          <ac:chgData name="Jesubukade Ajakaye" userId="2984dc69f4d237b3" providerId="LiveId" clId="{5B336FDC-8693-49F7-8112-D04F6DD722B1}" dt="2026-07-22T11:11:51.072" v="3" actId="26606"/>
          <ac:spMkLst>
            <pc:docMk/>
            <pc:sldMk cId="3187655850" sldId="257"/>
            <ac:spMk id="34" creationId="{443F2ACA-E6D6-4028-82DD-F03C262D5DE6}"/>
          </ac:spMkLst>
        </pc:spChg>
        <pc:spChg chg="add del">
          <ac:chgData name="Jesubukade Ajakaye" userId="2984dc69f4d237b3" providerId="LiveId" clId="{5B336FDC-8693-49F7-8112-D04F6DD722B1}" dt="2026-07-22T11:11:51.072" v="3" actId="26606"/>
          <ac:spMkLst>
            <pc:docMk/>
            <pc:sldMk cId="3187655850" sldId="257"/>
            <ac:spMk id="35" creationId="{256B2C21-A230-48C0-8DF1-C46611373C44}"/>
          </ac:spMkLst>
        </pc:spChg>
        <pc:spChg chg="add del">
          <ac:chgData name="Jesubukade Ajakaye" userId="2984dc69f4d237b3" providerId="LiveId" clId="{5B336FDC-8693-49F7-8112-D04F6DD722B1}" dt="2026-07-22T11:11:51.072" v="3" actId="26606"/>
          <ac:spMkLst>
            <pc:docMk/>
            <pc:sldMk cId="3187655850" sldId="257"/>
            <ac:spMk id="36" creationId="{3847E18C-932D-4C95-AABA-FEC7C9499AD7}"/>
          </ac:spMkLst>
        </pc:spChg>
        <pc:spChg chg="add">
          <ac:chgData name="Jesubukade Ajakaye" userId="2984dc69f4d237b3" providerId="LiveId" clId="{5B336FDC-8693-49F7-8112-D04F6DD722B1}" dt="2026-07-22T11:11:51.092" v="4" actId="26606"/>
          <ac:spMkLst>
            <pc:docMk/>
            <pc:sldMk cId="3187655850" sldId="257"/>
            <ac:spMk id="40" creationId="{BACC6370-2D7E-4714-9D71-7542949D7D5D}"/>
          </ac:spMkLst>
        </pc:spChg>
        <pc:spChg chg="add">
          <ac:chgData name="Jesubukade Ajakaye" userId="2984dc69f4d237b3" providerId="LiveId" clId="{5B336FDC-8693-49F7-8112-D04F6DD722B1}" dt="2026-07-22T11:11:51.092" v="4" actId="26606"/>
          <ac:spMkLst>
            <pc:docMk/>
            <pc:sldMk cId="3187655850" sldId="257"/>
            <ac:spMk id="41" creationId="{F68B3F68-107C-434F-AA38-110D5EA91B85}"/>
          </ac:spMkLst>
        </pc:spChg>
        <pc:spChg chg="add">
          <ac:chgData name="Jesubukade Ajakaye" userId="2984dc69f4d237b3" providerId="LiveId" clId="{5B336FDC-8693-49F7-8112-D04F6DD722B1}" dt="2026-07-22T11:11:51.092" v="4" actId="26606"/>
          <ac:spMkLst>
            <pc:docMk/>
            <pc:sldMk cId="3187655850" sldId="257"/>
            <ac:spMk id="43" creationId="{063BBA22-50EA-4C4D-BE05-F1CE4E63AA56}"/>
          </ac:spMkLst>
        </pc:spChg>
      </pc:sldChg>
      <pc:sldChg chg="addSp modSp mod setBg">
        <pc:chgData name="Jesubukade Ajakaye" userId="2984dc69f4d237b3" providerId="LiveId" clId="{5B336FDC-8693-49F7-8112-D04F6DD722B1}" dt="2026-07-22T11:19:47.320" v="108" actId="26606"/>
        <pc:sldMkLst>
          <pc:docMk/>
          <pc:sldMk cId="3588424488" sldId="258"/>
        </pc:sldMkLst>
        <pc:spChg chg="mod">
          <ac:chgData name="Jesubukade Ajakaye" userId="2984dc69f4d237b3" providerId="LiveId" clId="{5B336FDC-8693-49F7-8112-D04F6DD722B1}" dt="2026-07-22T11:19:47.320" v="108" actId="26606"/>
          <ac:spMkLst>
            <pc:docMk/>
            <pc:sldMk cId="3588424488" sldId="258"/>
            <ac:spMk id="2" creationId="{71A4F835-1539-F85A-BA67-AA7254EBD8AF}"/>
          </ac:spMkLst>
        </pc:spChg>
        <pc:spChg chg="mod">
          <ac:chgData name="Jesubukade Ajakaye" userId="2984dc69f4d237b3" providerId="LiveId" clId="{5B336FDC-8693-49F7-8112-D04F6DD722B1}" dt="2026-07-22T11:19:47.320" v="108" actId="26606"/>
          <ac:spMkLst>
            <pc:docMk/>
            <pc:sldMk cId="3588424488" sldId="258"/>
            <ac:spMk id="3" creationId="{073ADC5C-CA5D-97D2-BCA5-3AAB408B732C}"/>
          </ac:spMkLst>
        </pc:spChg>
        <pc:spChg chg="add">
          <ac:chgData name="Jesubukade Ajakaye" userId="2984dc69f4d237b3" providerId="LiveId" clId="{5B336FDC-8693-49F7-8112-D04F6DD722B1}" dt="2026-07-22T11:19:47.320" v="108" actId="26606"/>
          <ac:spMkLst>
            <pc:docMk/>
            <pc:sldMk cId="3588424488" sldId="258"/>
            <ac:spMk id="8" creationId="{F837543A-6020-4505-A233-C9DB4BF74011}"/>
          </ac:spMkLst>
        </pc:spChg>
        <pc:spChg chg="add">
          <ac:chgData name="Jesubukade Ajakaye" userId="2984dc69f4d237b3" providerId="LiveId" clId="{5B336FDC-8693-49F7-8112-D04F6DD722B1}" dt="2026-07-22T11:19:47.320" v="108" actId="26606"/>
          <ac:spMkLst>
            <pc:docMk/>
            <pc:sldMk cId="3588424488" sldId="258"/>
            <ac:spMk id="10" creationId="{35B16301-FB18-48BA-A6DD-C37CAF6F9A18}"/>
          </ac:spMkLst>
        </pc:spChg>
        <pc:spChg chg="add">
          <ac:chgData name="Jesubukade Ajakaye" userId="2984dc69f4d237b3" providerId="LiveId" clId="{5B336FDC-8693-49F7-8112-D04F6DD722B1}" dt="2026-07-22T11:19:47.320" v="108" actId="26606"/>
          <ac:spMkLst>
            <pc:docMk/>
            <pc:sldMk cId="3588424488" sldId="258"/>
            <ac:spMk id="12" creationId="{C3C0D90E-074A-4F52-9B11-B52BEF4BCBE5}"/>
          </ac:spMkLst>
        </pc:spChg>
        <pc:spChg chg="add">
          <ac:chgData name="Jesubukade Ajakaye" userId="2984dc69f4d237b3" providerId="LiveId" clId="{5B336FDC-8693-49F7-8112-D04F6DD722B1}" dt="2026-07-22T11:19:47.320" v="108" actId="26606"/>
          <ac:spMkLst>
            <pc:docMk/>
            <pc:sldMk cId="3588424488" sldId="258"/>
            <ac:spMk id="14" creationId="{CABBD4C1-E6F8-46F6-8152-A8A97490BF4D}"/>
          </ac:spMkLst>
        </pc:spChg>
        <pc:spChg chg="add">
          <ac:chgData name="Jesubukade Ajakaye" userId="2984dc69f4d237b3" providerId="LiveId" clId="{5B336FDC-8693-49F7-8112-D04F6DD722B1}" dt="2026-07-22T11:19:47.320" v="108" actId="26606"/>
          <ac:spMkLst>
            <pc:docMk/>
            <pc:sldMk cId="3588424488" sldId="258"/>
            <ac:spMk id="16" creationId="{83BA5EF5-1FE9-4BF9-83BB-269BCDDF6156}"/>
          </ac:spMkLst>
        </pc:spChg>
        <pc:spChg chg="add">
          <ac:chgData name="Jesubukade Ajakaye" userId="2984dc69f4d237b3" providerId="LiveId" clId="{5B336FDC-8693-49F7-8112-D04F6DD722B1}" dt="2026-07-22T11:19:47.320" v="108" actId="26606"/>
          <ac:spMkLst>
            <pc:docMk/>
            <pc:sldMk cId="3588424488" sldId="258"/>
            <ac:spMk id="20" creationId="{88853921-7BC9-4BDE-ACAB-133C683C82D6}"/>
          </ac:spMkLst>
        </pc:spChg>
        <pc:spChg chg="add">
          <ac:chgData name="Jesubukade Ajakaye" userId="2984dc69f4d237b3" providerId="LiveId" clId="{5B336FDC-8693-49F7-8112-D04F6DD722B1}" dt="2026-07-22T11:19:47.320" v="108" actId="26606"/>
          <ac:spMkLst>
            <pc:docMk/>
            <pc:sldMk cId="3588424488" sldId="258"/>
            <ac:spMk id="22" creationId="{09192968-3AE7-4470-A61C-97294BB92731}"/>
          </ac:spMkLst>
        </pc:spChg>
        <pc:spChg chg="add">
          <ac:chgData name="Jesubukade Ajakaye" userId="2984dc69f4d237b3" providerId="LiveId" clId="{5B336FDC-8693-49F7-8112-D04F6DD722B1}" dt="2026-07-22T11:19:47.320" v="108" actId="26606"/>
          <ac:spMkLst>
            <pc:docMk/>
            <pc:sldMk cId="3588424488" sldId="258"/>
            <ac:spMk id="24" creationId="{3AB72E55-43E4-4356-BFE8-E2102CB0B505}"/>
          </ac:spMkLst>
        </pc:spChg>
      </pc:sldChg>
      <pc:sldChg chg="addSp delSp modSp new mod setBg">
        <pc:chgData name="Jesubukade Ajakaye" userId="2984dc69f4d237b3" providerId="LiveId" clId="{5B336FDC-8693-49F7-8112-D04F6DD722B1}" dt="2026-07-22T11:48:27.562" v="294" actId="26606"/>
        <pc:sldMkLst>
          <pc:docMk/>
          <pc:sldMk cId="1683335274" sldId="259"/>
        </pc:sldMkLst>
        <pc:spChg chg="mod">
          <ac:chgData name="Jesubukade Ajakaye" userId="2984dc69f4d237b3" providerId="LiveId" clId="{5B336FDC-8693-49F7-8112-D04F6DD722B1}" dt="2026-07-22T11:48:27.562" v="294" actId="26606"/>
          <ac:spMkLst>
            <pc:docMk/>
            <pc:sldMk cId="1683335274" sldId="259"/>
            <ac:spMk id="2" creationId="{A52FD645-1499-4294-FEFD-2E4659E14AB0}"/>
          </ac:spMkLst>
        </pc:spChg>
        <pc:spChg chg="del mod">
          <ac:chgData name="Jesubukade Ajakaye" userId="2984dc69f4d237b3" providerId="LiveId" clId="{5B336FDC-8693-49F7-8112-D04F6DD722B1}" dt="2026-07-22T11:48:27.562" v="294" actId="26606"/>
          <ac:spMkLst>
            <pc:docMk/>
            <pc:sldMk cId="1683335274" sldId="259"/>
            <ac:spMk id="3" creationId="{CC5D9105-226F-1AE8-E92C-9123DE0C9604}"/>
          </ac:spMkLst>
        </pc:spChg>
        <pc:spChg chg="add">
          <ac:chgData name="Jesubukade Ajakaye" userId="2984dc69f4d237b3" providerId="LiveId" clId="{5B336FDC-8693-49F7-8112-D04F6DD722B1}" dt="2026-07-22T11:48:27.562" v="294" actId="26606"/>
          <ac:spMkLst>
            <pc:docMk/>
            <pc:sldMk cId="1683335274" sldId="259"/>
            <ac:spMk id="9" creationId="{9DBC8166-481C-4473-95F5-9A5B9073B7F1}"/>
          </ac:spMkLst>
        </pc:spChg>
        <pc:spChg chg="add">
          <ac:chgData name="Jesubukade Ajakaye" userId="2984dc69f4d237b3" providerId="LiveId" clId="{5B336FDC-8693-49F7-8112-D04F6DD722B1}" dt="2026-07-22T11:48:27.562" v="294" actId="26606"/>
          <ac:spMkLst>
            <pc:docMk/>
            <pc:sldMk cId="1683335274" sldId="259"/>
            <ac:spMk id="11" creationId="{A5A5CE6E-90AF-4D43-A014-1F9EC83EB93D}"/>
          </ac:spMkLst>
        </pc:spChg>
        <pc:graphicFrameChg chg="add">
          <ac:chgData name="Jesubukade Ajakaye" userId="2984dc69f4d237b3" providerId="LiveId" clId="{5B336FDC-8693-49F7-8112-D04F6DD722B1}" dt="2026-07-22T11:48:27.562" v="294" actId="26606"/>
          <ac:graphicFrameMkLst>
            <pc:docMk/>
            <pc:sldMk cId="1683335274" sldId="259"/>
            <ac:graphicFrameMk id="5" creationId="{63DFB3AD-1496-283D-77C4-47D61B017432}"/>
          </ac:graphicFrameMkLst>
        </pc:graphicFrameChg>
      </pc:sldChg>
      <pc:sldChg chg="addSp delSp modSp new mod setBg">
        <pc:chgData name="Jesubukade Ajakaye" userId="2984dc69f4d237b3" providerId="LiveId" clId="{5B336FDC-8693-49F7-8112-D04F6DD722B1}" dt="2026-07-22T11:46:35.789" v="285" actId="26606"/>
        <pc:sldMkLst>
          <pc:docMk/>
          <pc:sldMk cId="302187724" sldId="260"/>
        </pc:sldMkLst>
        <pc:spChg chg="mod">
          <ac:chgData name="Jesubukade Ajakaye" userId="2984dc69f4d237b3" providerId="LiveId" clId="{5B336FDC-8693-49F7-8112-D04F6DD722B1}" dt="2026-07-22T11:46:35.789" v="285" actId="26606"/>
          <ac:spMkLst>
            <pc:docMk/>
            <pc:sldMk cId="302187724" sldId="260"/>
            <ac:spMk id="2" creationId="{AE4AA37B-B556-348C-B6A7-62DADB748820}"/>
          </ac:spMkLst>
        </pc:spChg>
        <pc:spChg chg="add del mod">
          <ac:chgData name="Jesubukade Ajakaye" userId="2984dc69f4d237b3" providerId="LiveId" clId="{5B336FDC-8693-49F7-8112-D04F6DD722B1}" dt="2026-07-22T11:46:35.789" v="285" actId="26606"/>
          <ac:spMkLst>
            <pc:docMk/>
            <pc:sldMk cId="302187724" sldId="260"/>
            <ac:spMk id="3" creationId="{ADC8F370-5A4C-A9E5-F489-930EC053F859}"/>
          </ac:spMkLst>
        </pc:spChg>
        <pc:spChg chg="add del">
          <ac:chgData name="Jesubukade Ajakaye" userId="2984dc69f4d237b3" providerId="LiveId" clId="{5B336FDC-8693-49F7-8112-D04F6DD722B1}" dt="2026-07-22T11:45:59.404" v="264" actId="26606"/>
          <ac:spMkLst>
            <pc:docMk/>
            <pc:sldMk cId="302187724" sldId="260"/>
            <ac:spMk id="9" creationId="{56E9B3E6-E277-4D68-BA48-9CB43FFBD6E2}"/>
          </ac:spMkLst>
        </pc:spChg>
        <pc:spChg chg="add">
          <ac:chgData name="Jesubukade Ajakaye" userId="2984dc69f4d237b3" providerId="LiveId" clId="{5B336FDC-8693-49F7-8112-D04F6DD722B1}" dt="2026-07-22T11:46:35.789" v="285" actId="26606"/>
          <ac:spMkLst>
            <pc:docMk/>
            <pc:sldMk cId="302187724" sldId="260"/>
            <ac:spMk id="10" creationId="{B50AB553-2A96-4A92-96F2-93548E096954}"/>
          </ac:spMkLst>
        </pc:spChg>
        <pc:spChg chg="add del">
          <ac:chgData name="Jesubukade Ajakaye" userId="2984dc69f4d237b3" providerId="LiveId" clId="{5B336FDC-8693-49F7-8112-D04F6DD722B1}" dt="2026-07-22T11:45:59.404" v="264" actId="26606"/>
          <ac:spMkLst>
            <pc:docMk/>
            <pc:sldMk cId="302187724" sldId="260"/>
            <ac:spMk id="16" creationId="{D5B0017B-2ECA-49AF-B397-DC140825DF8D}"/>
          </ac:spMkLst>
        </pc:spChg>
        <pc:grpChg chg="add del">
          <ac:chgData name="Jesubukade Ajakaye" userId="2984dc69f4d237b3" providerId="LiveId" clId="{5B336FDC-8693-49F7-8112-D04F6DD722B1}" dt="2026-07-22T11:45:59.404" v="264" actId="26606"/>
          <ac:grpSpMkLst>
            <pc:docMk/>
            <pc:sldMk cId="302187724" sldId="260"/>
            <ac:grpSpMk id="11" creationId="{AE1C45F0-260A-458C-96ED-C1F6D2151219}"/>
          </ac:grpSpMkLst>
        </pc:grpChg>
        <pc:graphicFrameChg chg="add del">
          <ac:chgData name="Jesubukade Ajakaye" userId="2984dc69f4d237b3" providerId="LiveId" clId="{5B336FDC-8693-49F7-8112-D04F6DD722B1}" dt="2026-07-22T11:45:59.404" v="264" actId="26606"/>
          <ac:graphicFrameMkLst>
            <pc:docMk/>
            <pc:sldMk cId="302187724" sldId="260"/>
            <ac:graphicFrameMk id="5" creationId="{F2EE17FF-8294-75AF-C8BA-9376E77E144C}"/>
          </ac:graphicFrameMkLst>
        </pc:graphicFrameChg>
        <pc:graphicFrameChg chg="add">
          <ac:chgData name="Jesubukade Ajakaye" userId="2984dc69f4d237b3" providerId="LiveId" clId="{5B336FDC-8693-49F7-8112-D04F6DD722B1}" dt="2026-07-22T11:46:35.789" v="285" actId="26606"/>
          <ac:graphicFrameMkLst>
            <pc:docMk/>
            <pc:sldMk cId="302187724" sldId="260"/>
            <ac:graphicFrameMk id="7" creationId="{E1039C20-CB1F-7BD1-8B2B-C61654FE6A28}"/>
          </ac:graphicFrameMkLst>
        </pc:graphicFrameChg>
        <pc:picChg chg="add">
          <ac:chgData name="Jesubukade Ajakaye" userId="2984dc69f4d237b3" providerId="LiveId" clId="{5B336FDC-8693-49F7-8112-D04F6DD722B1}" dt="2026-07-22T11:46:35.789" v="285" actId="26606"/>
          <ac:picMkLst>
            <pc:docMk/>
            <pc:sldMk cId="302187724" sldId="260"/>
            <ac:picMk id="6" creationId="{BB4F32BF-B85D-CE28-30EE-C6145CA4CE71}"/>
          </ac:picMkLst>
        </pc:picChg>
        <pc:cxnChg chg="add del">
          <ac:chgData name="Jesubukade Ajakaye" userId="2984dc69f4d237b3" providerId="LiveId" clId="{5B336FDC-8693-49F7-8112-D04F6DD722B1}" dt="2026-07-22T11:45:59.404" v="264" actId="26606"/>
          <ac:cxnSpMkLst>
            <pc:docMk/>
            <pc:sldMk cId="302187724" sldId="260"/>
            <ac:cxnSpMk id="18" creationId="{6CF1BAF6-AD41-4082-B212-8A1F9A2E8779}"/>
          </ac:cxnSpMkLst>
        </pc:cxnChg>
      </pc:sldChg>
      <pc:sldChg chg="modSp new mod">
        <pc:chgData name="Jesubukade Ajakaye" userId="2984dc69f4d237b3" providerId="LiveId" clId="{5B336FDC-8693-49F7-8112-D04F6DD722B1}" dt="2026-07-22T12:15:23.665" v="348" actId="20577"/>
        <pc:sldMkLst>
          <pc:docMk/>
          <pc:sldMk cId="606051707" sldId="261"/>
        </pc:sldMkLst>
        <pc:spChg chg="mod">
          <ac:chgData name="Jesubukade Ajakaye" userId="2984dc69f4d237b3" providerId="LiveId" clId="{5B336FDC-8693-49F7-8112-D04F6DD722B1}" dt="2026-07-22T12:15:23.665" v="348" actId="20577"/>
          <ac:spMkLst>
            <pc:docMk/>
            <pc:sldMk cId="606051707" sldId="261"/>
            <ac:spMk id="2" creationId="{7A395CAA-C235-9214-BCF8-E49B07DB8355}"/>
          </ac:spMkLst>
        </pc:spChg>
      </pc:sldChg>
      <pc:sldChg chg="addSp modSp new mod setBg">
        <pc:chgData name="Jesubukade Ajakaye" userId="2984dc69f4d237b3" providerId="LiveId" clId="{5B336FDC-8693-49F7-8112-D04F6DD722B1}" dt="2026-07-22T12:17:55.649" v="451" actId="123"/>
        <pc:sldMkLst>
          <pc:docMk/>
          <pc:sldMk cId="711103865" sldId="262"/>
        </pc:sldMkLst>
        <pc:spChg chg="mod">
          <ac:chgData name="Jesubukade Ajakaye" userId="2984dc69f4d237b3" providerId="LiveId" clId="{5B336FDC-8693-49F7-8112-D04F6DD722B1}" dt="2026-07-22T12:17:47.153" v="446" actId="14100"/>
          <ac:spMkLst>
            <pc:docMk/>
            <pc:sldMk cId="711103865" sldId="262"/>
            <ac:spMk id="2" creationId="{1EE29A55-6B84-AB4C-D243-DF86AD76A3DE}"/>
          </ac:spMkLst>
        </pc:spChg>
        <pc:spChg chg="mod">
          <ac:chgData name="Jesubukade Ajakaye" userId="2984dc69f4d237b3" providerId="LiveId" clId="{5B336FDC-8693-49F7-8112-D04F6DD722B1}" dt="2026-07-22T12:17:55.649" v="451" actId="123"/>
          <ac:spMkLst>
            <pc:docMk/>
            <pc:sldMk cId="711103865" sldId="262"/>
            <ac:spMk id="3" creationId="{41E2CCAE-C8DE-0D4E-9522-0B88C86A407E}"/>
          </ac:spMkLst>
        </pc:spChg>
        <pc:picChg chg="add">
          <ac:chgData name="Jesubukade Ajakaye" userId="2984dc69f4d237b3" providerId="LiveId" clId="{5B336FDC-8693-49F7-8112-D04F6DD722B1}" dt="2026-07-22T12:17:26.499" v="443" actId="26606"/>
          <ac:picMkLst>
            <pc:docMk/>
            <pc:sldMk cId="711103865" sldId="262"/>
            <ac:picMk id="5" creationId="{1CA0E8CE-ECA4-F61D-4FD0-095440BD013F}"/>
          </ac:picMkLst>
        </pc:picChg>
        <pc:cxnChg chg="add">
          <ac:chgData name="Jesubukade Ajakaye" userId="2984dc69f4d237b3" providerId="LiveId" clId="{5B336FDC-8693-49F7-8112-D04F6DD722B1}" dt="2026-07-22T12:17:26.499" v="443" actId="26606"/>
          <ac:cxnSpMkLst>
            <pc:docMk/>
            <pc:sldMk cId="711103865" sldId="262"/>
            <ac:cxnSpMk id="9" creationId="{1503BFE4-729B-D9D0-C17B-501E6AF1127A}"/>
          </ac:cxnSpMkLst>
        </pc:cxnChg>
      </pc:sldChg>
      <pc:sldChg chg="addSp modSp add mod setBg">
        <pc:chgData name="Jesubukade Ajakaye" userId="2984dc69f4d237b3" providerId="LiveId" clId="{5B336FDC-8693-49F7-8112-D04F6DD722B1}" dt="2026-07-22T12:21:33.100" v="546" actId="1076"/>
        <pc:sldMkLst>
          <pc:docMk/>
          <pc:sldMk cId="3594706718" sldId="263"/>
        </pc:sldMkLst>
        <pc:spChg chg="mod">
          <ac:chgData name="Jesubukade Ajakaye" userId="2984dc69f4d237b3" providerId="LiveId" clId="{5B336FDC-8693-49F7-8112-D04F6DD722B1}" dt="2026-07-22T12:20:51.768" v="540" actId="1076"/>
          <ac:spMkLst>
            <pc:docMk/>
            <pc:sldMk cId="3594706718" sldId="263"/>
            <ac:spMk id="2" creationId="{E9631734-8E6F-7941-0B3B-6CDF3215C055}"/>
          </ac:spMkLst>
        </pc:spChg>
        <pc:spChg chg="mod">
          <ac:chgData name="Jesubukade Ajakaye" userId="2984dc69f4d237b3" providerId="LiveId" clId="{5B336FDC-8693-49F7-8112-D04F6DD722B1}" dt="2026-07-22T12:21:33.100" v="546" actId="1076"/>
          <ac:spMkLst>
            <pc:docMk/>
            <pc:sldMk cId="3594706718" sldId="263"/>
            <ac:spMk id="3" creationId="{450F4CDC-92DD-62D9-80BF-7A77C5AA4BA7}"/>
          </ac:spMkLst>
        </pc:spChg>
        <pc:spChg chg="add">
          <ac:chgData name="Jesubukade Ajakaye" userId="2984dc69f4d237b3" providerId="LiveId" clId="{5B336FDC-8693-49F7-8112-D04F6DD722B1}" dt="2026-07-22T12:20:43.765" v="538" actId="26606"/>
          <ac:spMkLst>
            <pc:docMk/>
            <pc:sldMk cId="3594706718" sldId="263"/>
            <ac:spMk id="10" creationId="{EDDBB197-D710-4A4F-A9CA-FD2177498BE8}"/>
          </ac:spMkLst>
        </pc:spChg>
        <pc:spChg chg="add">
          <ac:chgData name="Jesubukade Ajakaye" userId="2984dc69f4d237b3" providerId="LiveId" clId="{5B336FDC-8693-49F7-8112-D04F6DD722B1}" dt="2026-07-22T12:20:43.765" v="538" actId="26606"/>
          <ac:spMkLst>
            <pc:docMk/>
            <pc:sldMk cId="3594706718" sldId="263"/>
            <ac:spMk id="12" creationId="{975D1CFA-2CDB-4B64-BD9F-85744E8DA12F}"/>
          </ac:spMkLst>
        </pc:spChg>
        <pc:grpChg chg="add">
          <ac:chgData name="Jesubukade Ajakaye" userId="2984dc69f4d237b3" providerId="LiveId" clId="{5B336FDC-8693-49F7-8112-D04F6DD722B1}" dt="2026-07-22T12:20:43.765" v="538" actId="26606"/>
          <ac:grpSpMkLst>
            <pc:docMk/>
            <pc:sldMk cId="3594706718" sldId="263"/>
            <ac:grpSpMk id="14" creationId="{25EE5136-01F1-466C-962D-BA9B4C6757AA}"/>
          </ac:grpSpMkLst>
        </pc:grpChg>
        <pc:picChg chg="add">
          <ac:chgData name="Jesubukade Ajakaye" userId="2984dc69f4d237b3" providerId="LiveId" clId="{5B336FDC-8693-49F7-8112-D04F6DD722B1}" dt="2026-07-22T12:20:43.765" v="538" actId="26606"/>
          <ac:picMkLst>
            <pc:docMk/>
            <pc:sldMk cId="3594706718" sldId="263"/>
            <ac:picMk id="7" creationId="{56927A2A-305D-BB21-376C-1884D170CB9B}"/>
          </ac:picMkLst>
        </pc:picChg>
      </pc:sldChg>
      <pc:sldChg chg="addSp modSp new mod setBg">
        <pc:chgData name="Jesubukade Ajakaye" userId="2984dc69f4d237b3" providerId="LiveId" clId="{5B336FDC-8693-49F7-8112-D04F6DD722B1}" dt="2026-07-22T12:26:36.935" v="626" actId="20577"/>
        <pc:sldMkLst>
          <pc:docMk/>
          <pc:sldMk cId="3105385856" sldId="264"/>
        </pc:sldMkLst>
        <pc:spChg chg="mod">
          <ac:chgData name="Jesubukade Ajakaye" userId="2984dc69f4d237b3" providerId="LiveId" clId="{5B336FDC-8693-49F7-8112-D04F6DD722B1}" dt="2026-07-22T12:24:47.498" v="581" actId="1076"/>
          <ac:spMkLst>
            <pc:docMk/>
            <pc:sldMk cId="3105385856" sldId="264"/>
            <ac:spMk id="2" creationId="{E75FFDAF-B6C3-7F20-89A3-EC4E90D482FC}"/>
          </ac:spMkLst>
        </pc:spChg>
        <pc:spChg chg="mod">
          <ac:chgData name="Jesubukade Ajakaye" userId="2984dc69f4d237b3" providerId="LiveId" clId="{5B336FDC-8693-49F7-8112-D04F6DD722B1}" dt="2026-07-22T12:26:36.935" v="626" actId="20577"/>
          <ac:spMkLst>
            <pc:docMk/>
            <pc:sldMk cId="3105385856" sldId="264"/>
            <ac:spMk id="3" creationId="{149797ED-A44D-2AA0-AAF2-C105E619D1C4}"/>
          </ac:spMkLst>
        </pc:spChg>
        <pc:spChg chg="add">
          <ac:chgData name="Jesubukade Ajakaye" userId="2984dc69f4d237b3" providerId="LiveId" clId="{5B336FDC-8693-49F7-8112-D04F6DD722B1}" dt="2026-07-22T12:24:21.406" v="575" actId="26606"/>
          <ac:spMkLst>
            <pc:docMk/>
            <pc:sldMk cId="3105385856" sldId="264"/>
            <ac:spMk id="10" creationId="{245A9F99-D9B1-4094-A2E2-B90AC1DB7B9C}"/>
          </ac:spMkLst>
        </pc:spChg>
        <pc:spChg chg="add">
          <ac:chgData name="Jesubukade Ajakaye" userId="2984dc69f4d237b3" providerId="LiveId" clId="{5B336FDC-8693-49F7-8112-D04F6DD722B1}" dt="2026-07-22T12:24:21.406" v="575" actId="26606"/>
          <ac:spMkLst>
            <pc:docMk/>
            <pc:sldMk cId="3105385856" sldId="264"/>
            <ac:spMk id="12" creationId="{B7FAF607-473A-4A43-A23D-BBFF5C4117BB}"/>
          </ac:spMkLst>
        </pc:spChg>
        <pc:grpChg chg="add">
          <ac:chgData name="Jesubukade Ajakaye" userId="2984dc69f4d237b3" providerId="LiveId" clId="{5B336FDC-8693-49F7-8112-D04F6DD722B1}" dt="2026-07-22T12:24:21.406" v="575" actId="26606"/>
          <ac:grpSpMkLst>
            <pc:docMk/>
            <pc:sldMk cId="3105385856" sldId="264"/>
            <ac:grpSpMk id="14" creationId="{C5F6476F-D303-44D3-B30F-1BA348F0F64A}"/>
          </ac:grpSpMkLst>
        </pc:grpChg>
        <pc:picChg chg="add">
          <ac:chgData name="Jesubukade Ajakaye" userId="2984dc69f4d237b3" providerId="LiveId" clId="{5B336FDC-8693-49F7-8112-D04F6DD722B1}" dt="2026-07-22T12:24:21.406" v="575" actId="26606"/>
          <ac:picMkLst>
            <pc:docMk/>
            <pc:sldMk cId="3105385856" sldId="264"/>
            <ac:picMk id="7" creationId="{A25FAB85-F874-4D15-230E-BFB83A0B2BE0}"/>
          </ac:picMkLst>
        </pc:picChg>
      </pc:sldChg>
      <pc:sldChg chg="addSp modSp new mod setBg">
        <pc:chgData name="Jesubukade Ajakaye" userId="2984dc69f4d237b3" providerId="LiveId" clId="{5B336FDC-8693-49F7-8112-D04F6DD722B1}" dt="2026-07-22T12:30:27.220" v="791" actId="255"/>
        <pc:sldMkLst>
          <pc:docMk/>
          <pc:sldMk cId="3612673071" sldId="265"/>
        </pc:sldMkLst>
        <pc:spChg chg="mod">
          <ac:chgData name="Jesubukade Ajakaye" userId="2984dc69f4d237b3" providerId="LiveId" clId="{5B336FDC-8693-49F7-8112-D04F6DD722B1}" dt="2026-07-22T12:30:12.289" v="789" actId="26606"/>
          <ac:spMkLst>
            <pc:docMk/>
            <pc:sldMk cId="3612673071" sldId="265"/>
            <ac:spMk id="2" creationId="{FC95EF30-2373-4308-41EE-E02CBEFA24C2}"/>
          </ac:spMkLst>
        </pc:spChg>
        <pc:spChg chg="mod">
          <ac:chgData name="Jesubukade Ajakaye" userId="2984dc69f4d237b3" providerId="LiveId" clId="{5B336FDC-8693-49F7-8112-D04F6DD722B1}" dt="2026-07-22T12:30:27.220" v="791" actId="255"/>
          <ac:spMkLst>
            <pc:docMk/>
            <pc:sldMk cId="3612673071" sldId="265"/>
            <ac:spMk id="3" creationId="{3D28BFD2-11C7-8836-10AA-C289B90E8D08}"/>
          </ac:spMkLst>
        </pc:spChg>
        <pc:spChg chg="add">
          <ac:chgData name="Jesubukade Ajakaye" userId="2984dc69f4d237b3" providerId="LiveId" clId="{5B336FDC-8693-49F7-8112-D04F6DD722B1}" dt="2026-07-22T12:30:12.289" v="789" actId="26606"/>
          <ac:spMkLst>
            <pc:docMk/>
            <pc:sldMk cId="3612673071" sldId="265"/>
            <ac:spMk id="9" creationId="{C0763A76-9F1C-4FC5-82B7-DD475DA461B2}"/>
          </ac:spMkLst>
        </pc:spChg>
        <pc:spChg chg="add">
          <ac:chgData name="Jesubukade Ajakaye" userId="2984dc69f4d237b3" providerId="LiveId" clId="{5B336FDC-8693-49F7-8112-D04F6DD722B1}" dt="2026-07-22T12:30:12.289" v="789" actId="26606"/>
          <ac:spMkLst>
            <pc:docMk/>
            <pc:sldMk cId="3612673071" sldId="265"/>
            <ac:spMk id="11" creationId="{E81BF4F6-F2CF-4984-9D14-D6966D92F99F}"/>
          </ac:spMkLst>
        </pc:spChg>
        <pc:picChg chg="add">
          <ac:chgData name="Jesubukade Ajakaye" userId="2984dc69f4d237b3" providerId="LiveId" clId="{5B336FDC-8693-49F7-8112-D04F6DD722B1}" dt="2026-07-22T12:30:12.289" v="789" actId="26606"/>
          <ac:picMkLst>
            <pc:docMk/>
            <pc:sldMk cId="3612673071" sldId="265"/>
            <ac:picMk id="5" creationId="{29A6C421-D108-EAC7-4F98-1E40B7ED23F3}"/>
          </ac:picMkLst>
        </pc:picChg>
      </pc:sldChg>
      <pc:sldChg chg="addSp delSp modSp new mod setBg">
        <pc:chgData name="Jesubukade Ajakaye" userId="2984dc69f4d237b3" providerId="LiveId" clId="{5B336FDC-8693-49F7-8112-D04F6DD722B1}" dt="2026-07-22T12:32:05.966" v="827" actId="27636"/>
        <pc:sldMkLst>
          <pc:docMk/>
          <pc:sldMk cId="3972903928" sldId="266"/>
        </pc:sldMkLst>
        <pc:spChg chg="mod">
          <ac:chgData name="Jesubukade Ajakaye" userId="2984dc69f4d237b3" providerId="LiveId" clId="{5B336FDC-8693-49F7-8112-D04F6DD722B1}" dt="2026-07-22T12:32:05.966" v="827" actId="27636"/>
          <ac:spMkLst>
            <pc:docMk/>
            <pc:sldMk cId="3972903928" sldId="266"/>
            <ac:spMk id="2" creationId="{BBA2E734-DB38-BDAB-4860-2617C82B9FB9}"/>
          </ac:spMkLst>
        </pc:spChg>
        <pc:spChg chg="del">
          <ac:chgData name="Jesubukade Ajakaye" userId="2984dc69f4d237b3" providerId="LiveId" clId="{5B336FDC-8693-49F7-8112-D04F6DD722B1}" dt="2026-07-22T12:30:49.137" v="803" actId="26606"/>
          <ac:spMkLst>
            <pc:docMk/>
            <pc:sldMk cId="3972903928" sldId="266"/>
            <ac:spMk id="3" creationId="{CF5F6C68-5389-AB7B-703A-DBBA6FA21083}"/>
          </ac:spMkLst>
        </pc:spChg>
        <pc:spChg chg="add">
          <ac:chgData name="Jesubukade Ajakaye" userId="2984dc69f4d237b3" providerId="LiveId" clId="{5B336FDC-8693-49F7-8112-D04F6DD722B1}" dt="2026-07-22T12:30:49.137" v="803" actId="26606"/>
          <ac:spMkLst>
            <pc:docMk/>
            <pc:sldMk cId="3972903928" sldId="266"/>
            <ac:spMk id="9" creationId="{EB0222B5-B739-82A9-5CCC-C5585AE12A69}"/>
          </ac:spMkLst>
        </pc:spChg>
        <pc:spChg chg="add">
          <ac:chgData name="Jesubukade Ajakaye" userId="2984dc69f4d237b3" providerId="LiveId" clId="{5B336FDC-8693-49F7-8112-D04F6DD722B1}" dt="2026-07-22T12:30:49.137" v="803" actId="26606"/>
          <ac:spMkLst>
            <pc:docMk/>
            <pc:sldMk cId="3972903928" sldId="266"/>
            <ac:spMk id="11" creationId="{5BE23E75-E7E9-4D9F-6D25-5512363F8621}"/>
          </ac:spMkLst>
        </pc:spChg>
        <pc:picChg chg="add mod">
          <ac:chgData name="Jesubukade Ajakaye" userId="2984dc69f4d237b3" providerId="LiveId" clId="{5B336FDC-8693-49F7-8112-D04F6DD722B1}" dt="2026-07-22T12:31:22.736" v="816" actId="1076"/>
          <ac:picMkLst>
            <pc:docMk/>
            <pc:sldMk cId="3972903928" sldId="266"/>
            <ac:picMk id="5" creationId="{07C7CE1A-5925-5FB6-61B6-ADA90B79FD5B}"/>
          </ac:picMkLst>
        </pc:picChg>
        <pc:cxnChg chg="add">
          <ac:chgData name="Jesubukade Ajakaye" userId="2984dc69f4d237b3" providerId="LiveId" clId="{5B336FDC-8693-49F7-8112-D04F6DD722B1}" dt="2026-07-22T12:30:49.137" v="803" actId="26606"/>
          <ac:cxnSpMkLst>
            <pc:docMk/>
            <pc:sldMk cId="3972903928" sldId="266"/>
            <ac:cxnSpMk id="13" creationId="{61B115DB-65EB-3FC3-7284-CFDF4ADC60B6}"/>
          </ac:cxnSpMkLst>
        </pc:cxn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FC67208-AD08-492C-882E-EF6351A73C27}" type="doc">
      <dgm:prSet loTypeId="urn:microsoft.com/office/officeart/2018/5/layout/CenteredIconLabelDescription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FF395B67-4D7C-4A46-AC55-EFCC8B98265F}">
      <dgm:prSet/>
      <dgm:spPr/>
      <dgm:t>
        <a:bodyPr/>
        <a:lstStyle/>
        <a:p>
          <a:pPr>
            <a:defRPr b="1"/>
          </a:pPr>
          <a:r>
            <a:rPr lang="en-GB"/>
            <a:t>BLIS (2016) and MLIS (2021) at University of Ibadan</a:t>
          </a:r>
          <a:endParaRPr lang="en-US"/>
        </a:p>
      </dgm:t>
    </dgm:pt>
    <dgm:pt modelId="{C3CF2C55-3876-4578-B54A-AD835654E7FC}" type="parTrans" cxnId="{57B86207-4063-47BA-B6E8-ECC24B7F491F}">
      <dgm:prSet/>
      <dgm:spPr/>
      <dgm:t>
        <a:bodyPr/>
        <a:lstStyle/>
        <a:p>
          <a:endParaRPr lang="en-US"/>
        </a:p>
      </dgm:t>
    </dgm:pt>
    <dgm:pt modelId="{7D2267E4-1737-4605-ABD8-E120E4266E7B}" type="sibTrans" cxnId="{57B86207-4063-47BA-B6E8-ECC24B7F491F}">
      <dgm:prSet/>
      <dgm:spPr/>
      <dgm:t>
        <a:bodyPr/>
        <a:lstStyle/>
        <a:p>
          <a:endParaRPr lang="en-US"/>
        </a:p>
      </dgm:t>
    </dgm:pt>
    <dgm:pt modelId="{8D9F14B8-A7CC-4659-96A9-0625EE07253C}">
      <dgm:prSet/>
      <dgm:spPr/>
      <dgm:t>
        <a:bodyPr/>
        <a:lstStyle/>
        <a:p>
          <a:pPr>
            <a:defRPr b="1"/>
          </a:pPr>
          <a:r>
            <a:rPr lang="en-GB"/>
            <a:t>COVID-19 Transformation</a:t>
          </a:r>
          <a:endParaRPr lang="en-US"/>
        </a:p>
      </dgm:t>
    </dgm:pt>
    <dgm:pt modelId="{E12F4822-23A8-4D1F-AB96-6D38244C6BD5}" type="parTrans" cxnId="{330EC346-7517-44F1-9FDF-3F116735C991}">
      <dgm:prSet/>
      <dgm:spPr/>
      <dgm:t>
        <a:bodyPr/>
        <a:lstStyle/>
        <a:p>
          <a:endParaRPr lang="en-US"/>
        </a:p>
      </dgm:t>
    </dgm:pt>
    <dgm:pt modelId="{46C3A454-FDC2-4549-8EC5-FA124608D7DB}" type="sibTrans" cxnId="{330EC346-7517-44F1-9FDF-3F116735C991}">
      <dgm:prSet/>
      <dgm:spPr/>
      <dgm:t>
        <a:bodyPr/>
        <a:lstStyle/>
        <a:p>
          <a:endParaRPr lang="en-US"/>
        </a:p>
      </dgm:t>
    </dgm:pt>
    <dgm:pt modelId="{AE7FAEB4-AAB0-4EF8-A9B6-C8D7FEB1736C}">
      <dgm:prSet/>
      <dgm:spPr/>
      <dgm:t>
        <a:bodyPr/>
        <a:lstStyle/>
        <a:p>
          <a:r>
            <a:rPr lang="en-GB"/>
            <a:t>Computational Social Science (University of California, Davis)</a:t>
          </a:r>
          <a:endParaRPr lang="en-US"/>
        </a:p>
      </dgm:t>
    </dgm:pt>
    <dgm:pt modelId="{76E6AF39-F42A-4309-8640-93F714A199A7}" type="parTrans" cxnId="{4720CDED-5D75-45AD-95F4-ABFAA401925D}">
      <dgm:prSet/>
      <dgm:spPr/>
      <dgm:t>
        <a:bodyPr/>
        <a:lstStyle/>
        <a:p>
          <a:endParaRPr lang="en-US"/>
        </a:p>
      </dgm:t>
    </dgm:pt>
    <dgm:pt modelId="{A92546C5-D7BC-464F-80ED-F412B4AE82F1}" type="sibTrans" cxnId="{4720CDED-5D75-45AD-95F4-ABFAA401925D}">
      <dgm:prSet/>
      <dgm:spPr/>
      <dgm:t>
        <a:bodyPr/>
        <a:lstStyle/>
        <a:p>
          <a:endParaRPr lang="en-US"/>
        </a:p>
      </dgm:t>
    </dgm:pt>
    <dgm:pt modelId="{3A34E7B7-BA11-4D2B-BCE8-874F39E61FDD}">
      <dgm:prSet/>
      <dgm:spPr/>
      <dgm:t>
        <a:bodyPr/>
        <a:lstStyle/>
        <a:p>
          <a:r>
            <a:rPr lang="en-GB"/>
            <a:t>Python Programming (University of Michigan)</a:t>
          </a:r>
          <a:endParaRPr lang="en-US"/>
        </a:p>
      </dgm:t>
    </dgm:pt>
    <dgm:pt modelId="{4A412F93-F248-437C-BEB3-86CA36AA4AD5}" type="parTrans" cxnId="{C25B29A8-F20F-4B44-814D-29C4ABDE9CF2}">
      <dgm:prSet/>
      <dgm:spPr/>
      <dgm:t>
        <a:bodyPr/>
        <a:lstStyle/>
        <a:p>
          <a:endParaRPr lang="en-US"/>
        </a:p>
      </dgm:t>
    </dgm:pt>
    <dgm:pt modelId="{6F8C7A89-9F75-466E-812D-31F5099CAF4A}" type="sibTrans" cxnId="{C25B29A8-F20F-4B44-814D-29C4ABDE9CF2}">
      <dgm:prSet/>
      <dgm:spPr/>
      <dgm:t>
        <a:bodyPr/>
        <a:lstStyle/>
        <a:p>
          <a:endParaRPr lang="en-US"/>
        </a:p>
      </dgm:t>
    </dgm:pt>
    <dgm:pt modelId="{B7657D12-A02C-4AE2-B11A-38891D361F1B}">
      <dgm:prSet/>
      <dgm:spPr/>
      <dgm:t>
        <a:bodyPr/>
        <a:lstStyle/>
        <a:p>
          <a:pPr>
            <a:defRPr b="1"/>
          </a:pPr>
          <a:r>
            <a:rPr lang="en-GB"/>
            <a:t>Academic Librarian @ Federal Polytechnic Ayede</a:t>
          </a:r>
          <a:endParaRPr lang="en-US"/>
        </a:p>
      </dgm:t>
    </dgm:pt>
    <dgm:pt modelId="{D9747E37-B43A-4134-A207-D3CCD16EA235}" type="parTrans" cxnId="{0546C77E-E944-4674-A18F-49AAE2ADEC5E}">
      <dgm:prSet/>
      <dgm:spPr/>
      <dgm:t>
        <a:bodyPr/>
        <a:lstStyle/>
        <a:p>
          <a:endParaRPr lang="en-US"/>
        </a:p>
      </dgm:t>
    </dgm:pt>
    <dgm:pt modelId="{8714C564-9212-4B9E-9F4C-41025D3080BA}" type="sibTrans" cxnId="{0546C77E-E944-4674-A18F-49AAE2ADEC5E}">
      <dgm:prSet/>
      <dgm:spPr/>
      <dgm:t>
        <a:bodyPr/>
        <a:lstStyle/>
        <a:p>
          <a:endParaRPr lang="en-US"/>
        </a:p>
      </dgm:t>
    </dgm:pt>
    <dgm:pt modelId="{4D62B2B3-B7ED-425A-A8F4-6CEBC0C0DD71}">
      <dgm:prSet/>
      <dgm:spPr/>
      <dgm:t>
        <a:bodyPr/>
        <a:lstStyle/>
        <a:p>
          <a:pPr>
            <a:defRPr b="1"/>
          </a:pPr>
          <a:r>
            <a:rPr lang="en-GB"/>
            <a:t>Back to School (M.Sc. Applied Data Science) 2026</a:t>
          </a:r>
          <a:endParaRPr lang="en-US"/>
        </a:p>
      </dgm:t>
    </dgm:pt>
    <dgm:pt modelId="{625BD56B-A9E8-42DA-BDC5-3D9799937365}" type="parTrans" cxnId="{3E8050E9-63CB-4863-8FB0-9E7CF00B2BE3}">
      <dgm:prSet/>
      <dgm:spPr/>
      <dgm:t>
        <a:bodyPr/>
        <a:lstStyle/>
        <a:p>
          <a:endParaRPr lang="en-US"/>
        </a:p>
      </dgm:t>
    </dgm:pt>
    <dgm:pt modelId="{D169ECE6-15B6-447D-8193-2B1D80E81E98}" type="sibTrans" cxnId="{3E8050E9-63CB-4863-8FB0-9E7CF00B2BE3}">
      <dgm:prSet/>
      <dgm:spPr/>
      <dgm:t>
        <a:bodyPr/>
        <a:lstStyle/>
        <a:p>
          <a:endParaRPr lang="en-US"/>
        </a:p>
      </dgm:t>
    </dgm:pt>
    <dgm:pt modelId="{8DEA8DEB-0AE2-420F-B580-4764204134B1}">
      <dgm:prSet/>
      <dgm:spPr/>
      <dgm:t>
        <a:bodyPr/>
        <a:lstStyle/>
        <a:p>
          <a:pPr>
            <a:defRPr b="1"/>
          </a:pPr>
          <a:r>
            <a:rPr lang="en-GB"/>
            <a:t>Awards and Recognitions:</a:t>
          </a:r>
          <a:endParaRPr lang="en-US"/>
        </a:p>
      </dgm:t>
    </dgm:pt>
    <dgm:pt modelId="{686A2345-1314-4846-933E-C0ABF063593F}" type="parTrans" cxnId="{E7514712-D7FE-4BAD-BD34-058E5CFB15B9}">
      <dgm:prSet/>
      <dgm:spPr/>
      <dgm:t>
        <a:bodyPr/>
        <a:lstStyle/>
        <a:p>
          <a:endParaRPr lang="en-US"/>
        </a:p>
      </dgm:t>
    </dgm:pt>
    <dgm:pt modelId="{D80F241D-1368-4163-BB21-2555B5C3F1BD}" type="sibTrans" cxnId="{E7514712-D7FE-4BAD-BD34-058E5CFB15B9}">
      <dgm:prSet/>
      <dgm:spPr/>
      <dgm:t>
        <a:bodyPr/>
        <a:lstStyle/>
        <a:p>
          <a:endParaRPr lang="en-US"/>
        </a:p>
      </dgm:t>
    </dgm:pt>
    <dgm:pt modelId="{F2A22654-889D-4FC5-AC9A-B9BC6E4CD256}">
      <dgm:prSet/>
      <dgm:spPr/>
      <dgm:t>
        <a:bodyPr/>
        <a:lstStyle/>
        <a:p>
          <a:r>
            <a:rPr lang="en-GB"/>
            <a:t>2024 Fellow, Society for Scholarly Publishing</a:t>
          </a:r>
          <a:endParaRPr lang="en-US"/>
        </a:p>
      </dgm:t>
    </dgm:pt>
    <dgm:pt modelId="{C7D543F2-0FD1-47AC-8086-67BCE5B7D3A7}" type="parTrans" cxnId="{30439240-F8C4-4A05-9CA9-33AEBF14A007}">
      <dgm:prSet/>
      <dgm:spPr/>
      <dgm:t>
        <a:bodyPr/>
        <a:lstStyle/>
        <a:p>
          <a:endParaRPr lang="en-US"/>
        </a:p>
      </dgm:t>
    </dgm:pt>
    <dgm:pt modelId="{584E0725-A0EA-4460-AE4C-A4DA31A09B12}" type="sibTrans" cxnId="{30439240-F8C4-4A05-9CA9-33AEBF14A007}">
      <dgm:prSet/>
      <dgm:spPr/>
      <dgm:t>
        <a:bodyPr/>
        <a:lstStyle/>
        <a:p>
          <a:endParaRPr lang="en-US"/>
        </a:p>
      </dgm:t>
    </dgm:pt>
    <dgm:pt modelId="{544529D8-8975-49D3-9CE3-4C32FABA1728}">
      <dgm:prSet/>
      <dgm:spPr/>
      <dgm:t>
        <a:bodyPr/>
        <a:lstStyle/>
        <a:p>
          <a:r>
            <a:rPr lang="en-GB"/>
            <a:t>2025 Fellow, NISO Global Online</a:t>
          </a:r>
          <a:endParaRPr lang="en-US"/>
        </a:p>
      </dgm:t>
    </dgm:pt>
    <dgm:pt modelId="{BEB3C1EC-BAD3-4471-8EF1-17C7161B7D9F}" type="parTrans" cxnId="{99F36CFD-00C9-4BAA-8FEC-FB09CF6CE347}">
      <dgm:prSet/>
      <dgm:spPr/>
      <dgm:t>
        <a:bodyPr/>
        <a:lstStyle/>
        <a:p>
          <a:endParaRPr lang="en-US"/>
        </a:p>
      </dgm:t>
    </dgm:pt>
    <dgm:pt modelId="{962594D1-154F-4D12-8498-343EBB5A8276}" type="sibTrans" cxnId="{99F36CFD-00C9-4BAA-8FEC-FB09CF6CE347}">
      <dgm:prSet/>
      <dgm:spPr/>
      <dgm:t>
        <a:bodyPr/>
        <a:lstStyle/>
        <a:p>
          <a:endParaRPr lang="en-US"/>
        </a:p>
      </dgm:t>
    </dgm:pt>
    <dgm:pt modelId="{6B0A6593-4AA8-4349-942C-3AE1F37C9B42}">
      <dgm:prSet/>
      <dgm:spPr/>
      <dgm:t>
        <a:bodyPr/>
        <a:lstStyle/>
        <a:p>
          <a:r>
            <a:rPr lang="en-GB"/>
            <a:t>Tony Ruff Power BI Award</a:t>
          </a:r>
          <a:endParaRPr lang="en-US"/>
        </a:p>
      </dgm:t>
    </dgm:pt>
    <dgm:pt modelId="{B30E5107-C093-4659-9C79-0948068F4687}" type="parTrans" cxnId="{DE5561D8-E620-4F83-8CA3-90FD728EAEAD}">
      <dgm:prSet/>
      <dgm:spPr/>
      <dgm:t>
        <a:bodyPr/>
        <a:lstStyle/>
        <a:p>
          <a:endParaRPr lang="en-US"/>
        </a:p>
      </dgm:t>
    </dgm:pt>
    <dgm:pt modelId="{A22C05F3-95FA-41E8-A001-334AB80ED1CD}" type="sibTrans" cxnId="{DE5561D8-E620-4F83-8CA3-90FD728EAEAD}">
      <dgm:prSet/>
      <dgm:spPr/>
      <dgm:t>
        <a:bodyPr/>
        <a:lstStyle/>
        <a:p>
          <a:endParaRPr lang="en-US"/>
        </a:p>
      </dgm:t>
    </dgm:pt>
    <dgm:pt modelId="{640C01A1-88F9-49A5-92F3-CEF2B2319BB6}">
      <dgm:prSet/>
      <dgm:spPr/>
      <dgm:t>
        <a:bodyPr/>
        <a:lstStyle/>
        <a:p>
          <a:r>
            <a:rPr lang="en-GB"/>
            <a:t>2026 Accenture ExpoTees/Talent Best Data Science Presenter</a:t>
          </a:r>
          <a:endParaRPr lang="en-US"/>
        </a:p>
      </dgm:t>
    </dgm:pt>
    <dgm:pt modelId="{E0E7CC42-D54D-4461-85EC-391B9F15430E}" type="parTrans" cxnId="{07360067-AB31-4106-9A59-522452F73556}">
      <dgm:prSet/>
      <dgm:spPr/>
      <dgm:t>
        <a:bodyPr/>
        <a:lstStyle/>
        <a:p>
          <a:endParaRPr lang="en-US"/>
        </a:p>
      </dgm:t>
    </dgm:pt>
    <dgm:pt modelId="{81EDBEF0-512D-4B9C-A016-5DD7C53F9B27}" type="sibTrans" cxnId="{07360067-AB31-4106-9A59-522452F73556}">
      <dgm:prSet/>
      <dgm:spPr/>
      <dgm:t>
        <a:bodyPr/>
        <a:lstStyle/>
        <a:p>
          <a:endParaRPr lang="en-US"/>
        </a:p>
      </dgm:t>
    </dgm:pt>
    <dgm:pt modelId="{6A26D52A-27D6-4285-8996-84D6FB0C5853}" type="pres">
      <dgm:prSet presAssocID="{2FC67208-AD08-492C-882E-EF6351A73C27}" presName="root" presStyleCnt="0">
        <dgm:presLayoutVars>
          <dgm:dir/>
          <dgm:resizeHandles val="exact"/>
        </dgm:presLayoutVars>
      </dgm:prSet>
      <dgm:spPr/>
    </dgm:pt>
    <dgm:pt modelId="{D83E18EB-793E-4436-AC62-8BD60610B6EC}" type="pres">
      <dgm:prSet presAssocID="{FF395B67-4D7C-4A46-AC55-EFCC8B98265F}" presName="compNode" presStyleCnt="0"/>
      <dgm:spPr/>
    </dgm:pt>
    <dgm:pt modelId="{0ED67E7C-1562-4C3F-9BC5-F590BD9B932C}" type="pres">
      <dgm:prSet presAssocID="{FF395B67-4D7C-4A46-AC55-EFCC8B98265F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ustomer Review"/>
        </a:ext>
      </dgm:extLst>
    </dgm:pt>
    <dgm:pt modelId="{53A0AA5A-5676-483A-BD3E-652387A92118}" type="pres">
      <dgm:prSet presAssocID="{FF395B67-4D7C-4A46-AC55-EFCC8B98265F}" presName="iconSpace" presStyleCnt="0"/>
      <dgm:spPr/>
    </dgm:pt>
    <dgm:pt modelId="{6C3BDD52-A134-4A25-9576-9517B6165ED4}" type="pres">
      <dgm:prSet presAssocID="{FF395B67-4D7C-4A46-AC55-EFCC8B98265F}" presName="parTx" presStyleLbl="revTx" presStyleIdx="0" presStyleCnt="10">
        <dgm:presLayoutVars>
          <dgm:chMax val="0"/>
          <dgm:chPref val="0"/>
        </dgm:presLayoutVars>
      </dgm:prSet>
      <dgm:spPr/>
    </dgm:pt>
    <dgm:pt modelId="{3D36961F-88BA-4075-B174-5CD5965ADEB3}" type="pres">
      <dgm:prSet presAssocID="{FF395B67-4D7C-4A46-AC55-EFCC8B98265F}" presName="txSpace" presStyleCnt="0"/>
      <dgm:spPr/>
    </dgm:pt>
    <dgm:pt modelId="{E40AE131-4283-4AEC-8035-B3466AC5C456}" type="pres">
      <dgm:prSet presAssocID="{FF395B67-4D7C-4A46-AC55-EFCC8B98265F}" presName="desTx" presStyleLbl="revTx" presStyleIdx="1" presStyleCnt="10">
        <dgm:presLayoutVars/>
      </dgm:prSet>
      <dgm:spPr/>
    </dgm:pt>
    <dgm:pt modelId="{57209525-CB70-4BDD-8EB8-28674F626D20}" type="pres">
      <dgm:prSet presAssocID="{7D2267E4-1737-4605-ABD8-E120E4266E7B}" presName="sibTrans" presStyleCnt="0"/>
      <dgm:spPr/>
    </dgm:pt>
    <dgm:pt modelId="{6CFE973D-9AC2-460F-BFA8-15E672E71C0D}" type="pres">
      <dgm:prSet presAssocID="{8D9F14B8-A7CC-4659-96A9-0625EE07253C}" presName="compNode" presStyleCnt="0"/>
      <dgm:spPr/>
    </dgm:pt>
    <dgm:pt modelId="{E7ECCC92-147D-40D3-84B3-B69B13E5D821}" type="pres">
      <dgm:prSet presAssocID="{8D9F14B8-A7CC-4659-96A9-0625EE07253C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grammer"/>
        </a:ext>
      </dgm:extLst>
    </dgm:pt>
    <dgm:pt modelId="{64532F09-67E9-4BF2-B949-CE81A75992E9}" type="pres">
      <dgm:prSet presAssocID="{8D9F14B8-A7CC-4659-96A9-0625EE07253C}" presName="iconSpace" presStyleCnt="0"/>
      <dgm:spPr/>
    </dgm:pt>
    <dgm:pt modelId="{C20FB53E-AB83-4D37-9B18-162B64BC5369}" type="pres">
      <dgm:prSet presAssocID="{8D9F14B8-A7CC-4659-96A9-0625EE07253C}" presName="parTx" presStyleLbl="revTx" presStyleIdx="2" presStyleCnt="10">
        <dgm:presLayoutVars>
          <dgm:chMax val="0"/>
          <dgm:chPref val="0"/>
        </dgm:presLayoutVars>
      </dgm:prSet>
      <dgm:spPr/>
    </dgm:pt>
    <dgm:pt modelId="{D92FEFA7-AD44-43B4-BBEC-2CD1A9A53464}" type="pres">
      <dgm:prSet presAssocID="{8D9F14B8-A7CC-4659-96A9-0625EE07253C}" presName="txSpace" presStyleCnt="0"/>
      <dgm:spPr/>
    </dgm:pt>
    <dgm:pt modelId="{B109DB6D-0530-4E2B-92AC-B417C5B88839}" type="pres">
      <dgm:prSet presAssocID="{8D9F14B8-A7CC-4659-96A9-0625EE07253C}" presName="desTx" presStyleLbl="revTx" presStyleIdx="3" presStyleCnt="10">
        <dgm:presLayoutVars/>
      </dgm:prSet>
      <dgm:spPr/>
    </dgm:pt>
    <dgm:pt modelId="{D2642DE8-A173-40C1-B3A5-93977F93B4CF}" type="pres">
      <dgm:prSet presAssocID="{46C3A454-FDC2-4549-8EC5-FA124608D7DB}" presName="sibTrans" presStyleCnt="0"/>
      <dgm:spPr/>
    </dgm:pt>
    <dgm:pt modelId="{DBE8ADE4-CA61-4473-AD40-7F7CF751FD88}" type="pres">
      <dgm:prSet presAssocID="{B7657D12-A02C-4AE2-B11A-38891D361F1B}" presName="compNode" presStyleCnt="0"/>
      <dgm:spPr/>
    </dgm:pt>
    <dgm:pt modelId="{67B72309-8D28-4DC0-8361-DF72A0EE5252}" type="pres">
      <dgm:prSet presAssocID="{B7657D12-A02C-4AE2-B11A-38891D361F1B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ooks"/>
        </a:ext>
      </dgm:extLst>
    </dgm:pt>
    <dgm:pt modelId="{65264AE9-75A4-4A84-A76A-C820F623010D}" type="pres">
      <dgm:prSet presAssocID="{B7657D12-A02C-4AE2-B11A-38891D361F1B}" presName="iconSpace" presStyleCnt="0"/>
      <dgm:spPr/>
    </dgm:pt>
    <dgm:pt modelId="{4849F727-AC6C-4C7C-9B4C-A3988229B2EB}" type="pres">
      <dgm:prSet presAssocID="{B7657D12-A02C-4AE2-B11A-38891D361F1B}" presName="parTx" presStyleLbl="revTx" presStyleIdx="4" presStyleCnt="10">
        <dgm:presLayoutVars>
          <dgm:chMax val="0"/>
          <dgm:chPref val="0"/>
        </dgm:presLayoutVars>
      </dgm:prSet>
      <dgm:spPr/>
    </dgm:pt>
    <dgm:pt modelId="{5DBFCAA2-1C7A-42E6-AFF7-95A20E5382BD}" type="pres">
      <dgm:prSet presAssocID="{B7657D12-A02C-4AE2-B11A-38891D361F1B}" presName="txSpace" presStyleCnt="0"/>
      <dgm:spPr/>
    </dgm:pt>
    <dgm:pt modelId="{703BC0E2-6BCC-48D2-9143-982DDFC9F2A2}" type="pres">
      <dgm:prSet presAssocID="{B7657D12-A02C-4AE2-B11A-38891D361F1B}" presName="desTx" presStyleLbl="revTx" presStyleIdx="5" presStyleCnt="10">
        <dgm:presLayoutVars/>
      </dgm:prSet>
      <dgm:spPr/>
    </dgm:pt>
    <dgm:pt modelId="{3C5051D6-4273-4E4E-9A9C-2A31E9E82845}" type="pres">
      <dgm:prSet presAssocID="{8714C564-9212-4B9E-9F4C-41025D3080BA}" presName="sibTrans" presStyleCnt="0"/>
      <dgm:spPr/>
    </dgm:pt>
    <dgm:pt modelId="{DC16A2FB-2A2C-4E04-9ED0-D6B022165508}" type="pres">
      <dgm:prSet presAssocID="{4D62B2B3-B7ED-425A-A8F4-6CEBC0C0DD71}" presName="compNode" presStyleCnt="0"/>
      <dgm:spPr/>
    </dgm:pt>
    <dgm:pt modelId="{ACBAB9FC-C855-49BF-9D80-CB60D0A654F4}" type="pres">
      <dgm:prSet presAssocID="{4D62B2B3-B7ED-425A-A8F4-6CEBC0C0DD71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est tubes"/>
        </a:ext>
      </dgm:extLst>
    </dgm:pt>
    <dgm:pt modelId="{D671D5C5-F844-4292-AB44-14D250B930D8}" type="pres">
      <dgm:prSet presAssocID="{4D62B2B3-B7ED-425A-A8F4-6CEBC0C0DD71}" presName="iconSpace" presStyleCnt="0"/>
      <dgm:spPr/>
    </dgm:pt>
    <dgm:pt modelId="{1B362021-E72F-4FC9-9358-E87451A47CF1}" type="pres">
      <dgm:prSet presAssocID="{4D62B2B3-B7ED-425A-A8F4-6CEBC0C0DD71}" presName="parTx" presStyleLbl="revTx" presStyleIdx="6" presStyleCnt="10">
        <dgm:presLayoutVars>
          <dgm:chMax val="0"/>
          <dgm:chPref val="0"/>
        </dgm:presLayoutVars>
      </dgm:prSet>
      <dgm:spPr/>
    </dgm:pt>
    <dgm:pt modelId="{27C94CF0-01A2-48C5-BBDF-61A7CB831D48}" type="pres">
      <dgm:prSet presAssocID="{4D62B2B3-B7ED-425A-A8F4-6CEBC0C0DD71}" presName="txSpace" presStyleCnt="0"/>
      <dgm:spPr/>
    </dgm:pt>
    <dgm:pt modelId="{DBF60AC8-294A-4EC7-BB9F-74BFAFC3C2B9}" type="pres">
      <dgm:prSet presAssocID="{4D62B2B3-B7ED-425A-A8F4-6CEBC0C0DD71}" presName="desTx" presStyleLbl="revTx" presStyleIdx="7" presStyleCnt="10">
        <dgm:presLayoutVars/>
      </dgm:prSet>
      <dgm:spPr/>
    </dgm:pt>
    <dgm:pt modelId="{F05EB016-875F-439B-864D-3F36CBDFC6CA}" type="pres">
      <dgm:prSet presAssocID="{D169ECE6-15B6-447D-8193-2B1D80E81E98}" presName="sibTrans" presStyleCnt="0"/>
      <dgm:spPr/>
    </dgm:pt>
    <dgm:pt modelId="{AEC46C10-AD4A-470C-93EF-E70A9D534684}" type="pres">
      <dgm:prSet presAssocID="{8DEA8DEB-0AE2-420F-B580-4764204134B1}" presName="compNode" presStyleCnt="0"/>
      <dgm:spPr/>
    </dgm:pt>
    <dgm:pt modelId="{274CF5AC-F6FA-4BA8-A68A-0A12609CB84A}" type="pres">
      <dgm:prSet presAssocID="{8DEA8DEB-0AE2-420F-B580-4764204134B1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ibbon"/>
        </a:ext>
      </dgm:extLst>
    </dgm:pt>
    <dgm:pt modelId="{EC9537F8-1FE0-4175-BC29-14B6B699FEEF}" type="pres">
      <dgm:prSet presAssocID="{8DEA8DEB-0AE2-420F-B580-4764204134B1}" presName="iconSpace" presStyleCnt="0"/>
      <dgm:spPr/>
    </dgm:pt>
    <dgm:pt modelId="{01C1F239-7350-45F6-B1B2-873F35289CB2}" type="pres">
      <dgm:prSet presAssocID="{8DEA8DEB-0AE2-420F-B580-4764204134B1}" presName="parTx" presStyleLbl="revTx" presStyleIdx="8" presStyleCnt="10">
        <dgm:presLayoutVars>
          <dgm:chMax val="0"/>
          <dgm:chPref val="0"/>
        </dgm:presLayoutVars>
      </dgm:prSet>
      <dgm:spPr/>
    </dgm:pt>
    <dgm:pt modelId="{B0EDB5A7-90BC-4275-8048-4BE5C67EB250}" type="pres">
      <dgm:prSet presAssocID="{8DEA8DEB-0AE2-420F-B580-4764204134B1}" presName="txSpace" presStyleCnt="0"/>
      <dgm:spPr/>
    </dgm:pt>
    <dgm:pt modelId="{779605BE-BA8D-460C-A6A6-006D3DBA86E3}" type="pres">
      <dgm:prSet presAssocID="{8DEA8DEB-0AE2-420F-B580-4764204134B1}" presName="desTx" presStyleLbl="revTx" presStyleIdx="9" presStyleCnt="10">
        <dgm:presLayoutVars/>
      </dgm:prSet>
      <dgm:spPr/>
    </dgm:pt>
  </dgm:ptLst>
  <dgm:cxnLst>
    <dgm:cxn modelId="{57B86207-4063-47BA-B6E8-ECC24B7F491F}" srcId="{2FC67208-AD08-492C-882E-EF6351A73C27}" destId="{FF395B67-4D7C-4A46-AC55-EFCC8B98265F}" srcOrd="0" destOrd="0" parTransId="{C3CF2C55-3876-4578-B54A-AD835654E7FC}" sibTransId="{7D2267E4-1737-4605-ABD8-E120E4266E7B}"/>
    <dgm:cxn modelId="{E7514712-D7FE-4BAD-BD34-058E5CFB15B9}" srcId="{2FC67208-AD08-492C-882E-EF6351A73C27}" destId="{8DEA8DEB-0AE2-420F-B580-4764204134B1}" srcOrd="4" destOrd="0" parTransId="{686A2345-1314-4846-933E-C0ABF063593F}" sibTransId="{D80F241D-1368-4163-BB21-2555B5C3F1BD}"/>
    <dgm:cxn modelId="{238D4B2F-AAE2-40BC-9C1D-D86A6E6258B7}" type="presOf" srcId="{640C01A1-88F9-49A5-92F3-CEF2B2319BB6}" destId="{779605BE-BA8D-460C-A6A6-006D3DBA86E3}" srcOrd="0" destOrd="3" presId="urn:microsoft.com/office/officeart/2018/5/layout/CenteredIconLabelDescriptionList"/>
    <dgm:cxn modelId="{30439240-F8C4-4A05-9CA9-33AEBF14A007}" srcId="{8DEA8DEB-0AE2-420F-B580-4764204134B1}" destId="{F2A22654-889D-4FC5-AC9A-B9BC6E4CD256}" srcOrd="0" destOrd="0" parTransId="{C7D543F2-0FD1-47AC-8086-67BCE5B7D3A7}" sibTransId="{584E0725-A0EA-4460-AE4C-A4DA31A09B12}"/>
    <dgm:cxn modelId="{330EC346-7517-44F1-9FDF-3F116735C991}" srcId="{2FC67208-AD08-492C-882E-EF6351A73C27}" destId="{8D9F14B8-A7CC-4659-96A9-0625EE07253C}" srcOrd="1" destOrd="0" parTransId="{E12F4822-23A8-4D1F-AB96-6D38244C6BD5}" sibTransId="{46C3A454-FDC2-4549-8EC5-FA124608D7DB}"/>
    <dgm:cxn modelId="{07360067-AB31-4106-9A59-522452F73556}" srcId="{8DEA8DEB-0AE2-420F-B580-4764204134B1}" destId="{640C01A1-88F9-49A5-92F3-CEF2B2319BB6}" srcOrd="3" destOrd="0" parTransId="{E0E7CC42-D54D-4461-85EC-391B9F15430E}" sibTransId="{81EDBEF0-512D-4B9C-A016-5DD7C53F9B27}"/>
    <dgm:cxn modelId="{4DA13F4A-A004-4C6B-98F8-6095031F9178}" type="presOf" srcId="{3A34E7B7-BA11-4D2B-BCE8-874F39E61FDD}" destId="{B109DB6D-0530-4E2B-92AC-B417C5B88839}" srcOrd="0" destOrd="1" presId="urn:microsoft.com/office/officeart/2018/5/layout/CenteredIconLabelDescriptionList"/>
    <dgm:cxn modelId="{021D7E53-BD45-4728-A581-AE540162B335}" type="presOf" srcId="{8DEA8DEB-0AE2-420F-B580-4764204134B1}" destId="{01C1F239-7350-45F6-B1B2-873F35289CB2}" srcOrd="0" destOrd="0" presId="urn:microsoft.com/office/officeart/2018/5/layout/CenteredIconLabelDescriptionList"/>
    <dgm:cxn modelId="{B9F7FE76-FC67-48AF-852B-15518BC96FCA}" type="presOf" srcId="{6B0A6593-4AA8-4349-942C-3AE1F37C9B42}" destId="{779605BE-BA8D-460C-A6A6-006D3DBA86E3}" srcOrd="0" destOrd="2" presId="urn:microsoft.com/office/officeart/2018/5/layout/CenteredIconLabelDescriptionList"/>
    <dgm:cxn modelId="{0546C77E-E944-4674-A18F-49AAE2ADEC5E}" srcId="{2FC67208-AD08-492C-882E-EF6351A73C27}" destId="{B7657D12-A02C-4AE2-B11A-38891D361F1B}" srcOrd="2" destOrd="0" parTransId="{D9747E37-B43A-4134-A207-D3CCD16EA235}" sibTransId="{8714C564-9212-4B9E-9F4C-41025D3080BA}"/>
    <dgm:cxn modelId="{652DED80-BF12-408A-9FC3-1405CE0EB0F3}" type="presOf" srcId="{544529D8-8975-49D3-9CE3-4C32FABA1728}" destId="{779605BE-BA8D-460C-A6A6-006D3DBA86E3}" srcOrd="0" destOrd="1" presId="urn:microsoft.com/office/officeart/2018/5/layout/CenteredIconLabelDescriptionList"/>
    <dgm:cxn modelId="{C269E399-D42E-4589-85B6-9C40C1046C7B}" type="presOf" srcId="{AE7FAEB4-AAB0-4EF8-A9B6-C8D7FEB1736C}" destId="{B109DB6D-0530-4E2B-92AC-B417C5B88839}" srcOrd="0" destOrd="0" presId="urn:microsoft.com/office/officeart/2018/5/layout/CenteredIconLabelDescriptionList"/>
    <dgm:cxn modelId="{C25B29A8-F20F-4B44-814D-29C4ABDE9CF2}" srcId="{8D9F14B8-A7CC-4659-96A9-0625EE07253C}" destId="{3A34E7B7-BA11-4D2B-BCE8-874F39E61FDD}" srcOrd="1" destOrd="0" parTransId="{4A412F93-F248-437C-BEB3-86CA36AA4AD5}" sibTransId="{6F8C7A89-9F75-466E-812D-31F5099CAF4A}"/>
    <dgm:cxn modelId="{FBBBA7AA-A06A-4207-AB92-8A7ACA6F1293}" type="presOf" srcId="{4D62B2B3-B7ED-425A-A8F4-6CEBC0C0DD71}" destId="{1B362021-E72F-4FC9-9358-E87451A47CF1}" srcOrd="0" destOrd="0" presId="urn:microsoft.com/office/officeart/2018/5/layout/CenteredIconLabelDescriptionList"/>
    <dgm:cxn modelId="{487C35B5-0191-4EAE-9D2C-BE009D1D4383}" type="presOf" srcId="{F2A22654-889D-4FC5-AC9A-B9BC6E4CD256}" destId="{779605BE-BA8D-460C-A6A6-006D3DBA86E3}" srcOrd="0" destOrd="0" presId="urn:microsoft.com/office/officeart/2018/5/layout/CenteredIconLabelDescriptionList"/>
    <dgm:cxn modelId="{4B1281B6-3B0A-44C0-B536-C61B5DA25AD7}" type="presOf" srcId="{2FC67208-AD08-492C-882E-EF6351A73C27}" destId="{6A26D52A-27D6-4285-8996-84D6FB0C5853}" srcOrd="0" destOrd="0" presId="urn:microsoft.com/office/officeart/2018/5/layout/CenteredIconLabelDescriptionList"/>
    <dgm:cxn modelId="{EE3EFDC0-575A-4649-A512-7199AE1CBE0D}" type="presOf" srcId="{B7657D12-A02C-4AE2-B11A-38891D361F1B}" destId="{4849F727-AC6C-4C7C-9B4C-A3988229B2EB}" srcOrd="0" destOrd="0" presId="urn:microsoft.com/office/officeart/2018/5/layout/CenteredIconLabelDescriptionList"/>
    <dgm:cxn modelId="{DE5561D8-E620-4F83-8CA3-90FD728EAEAD}" srcId="{8DEA8DEB-0AE2-420F-B580-4764204134B1}" destId="{6B0A6593-4AA8-4349-942C-3AE1F37C9B42}" srcOrd="2" destOrd="0" parTransId="{B30E5107-C093-4659-9C79-0948068F4687}" sibTransId="{A22C05F3-95FA-41E8-A001-334AB80ED1CD}"/>
    <dgm:cxn modelId="{3E8050E9-63CB-4863-8FB0-9E7CF00B2BE3}" srcId="{2FC67208-AD08-492C-882E-EF6351A73C27}" destId="{4D62B2B3-B7ED-425A-A8F4-6CEBC0C0DD71}" srcOrd="3" destOrd="0" parTransId="{625BD56B-A9E8-42DA-BDC5-3D9799937365}" sibTransId="{D169ECE6-15B6-447D-8193-2B1D80E81E98}"/>
    <dgm:cxn modelId="{4720CDED-5D75-45AD-95F4-ABFAA401925D}" srcId="{8D9F14B8-A7CC-4659-96A9-0625EE07253C}" destId="{AE7FAEB4-AAB0-4EF8-A9B6-C8D7FEB1736C}" srcOrd="0" destOrd="0" parTransId="{76E6AF39-F42A-4309-8640-93F714A199A7}" sibTransId="{A92546C5-D7BC-464F-80ED-F412B4AE82F1}"/>
    <dgm:cxn modelId="{D07EBEF5-6AD4-4BB4-8911-5F28BA549F82}" type="presOf" srcId="{FF395B67-4D7C-4A46-AC55-EFCC8B98265F}" destId="{6C3BDD52-A134-4A25-9576-9517B6165ED4}" srcOrd="0" destOrd="0" presId="urn:microsoft.com/office/officeart/2018/5/layout/CenteredIconLabelDescriptionList"/>
    <dgm:cxn modelId="{92628FFA-84BE-4400-8F23-833E9A679C62}" type="presOf" srcId="{8D9F14B8-A7CC-4659-96A9-0625EE07253C}" destId="{C20FB53E-AB83-4D37-9B18-162B64BC5369}" srcOrd="0" destOrd="0" presId="urn:microsoft.com/office/officeart/2018/5/layout/CenteredIconLabelDescriptionList"/>
    <dgm:cxn modelId="{99F36CFD-00C9-4BAA-8FEC-FB09CF6CE347}" srcId="{8DEA8DEB-0AE2-420F-B580-4764204134B1}" destId="{544529D8-8975-49D3-9CE3-4C32FABA1728}" srcOrd="1" destOrd="0" parTransId="{BEB3C1EC-BAD3-4471-8EF1-17C7161B7D9F}" sibTransId="{962594D1-154F-4D12-8498-343EBB5A8276}"/>
    <dgm:cxn modelId="{47D95AF4-95E4-4113-9364-3E45794E8D4C}" type="presParOf" srcId="{6A26D52A-27D6-4285-8996-84D6FB0C5853}" destId="{D83E18EB-793E-4436-AC62-8BD60610B6EC}" srcOrd="0" destOrd="0" presId="urn:microsoft.com/office/officeart/2018/5/layout/CenteredIconLabelDescriptionList"/>
    <dgm:cxn modelId="{2E3022BA-D8CF-4729-BDFF-7AE635E45DAA}" type="presParOf" srcId="{D83E18EB-793E-4436-AC62-8BD60610B6EC}" destId="{0ED67E7C-1562-4C3F-9BC5-F590BD9B932C}" srcOrd="0" destOrd="0" presId="urn:microsoft.com/office/officeart/2018/5/layout/CenteredIconLabelDescriptionList"/>
    <dgm:cxn modelId="{466387FB-5A46-41DB-803A-D7E84D542DC8}" type="presParOf" srcId="{D83E18EB-793E-4436-AC62-8BD60610B6EC}" destId="{53A0AA5A-5676-483A-BD3E-652387A92118}" srcOrd="1" destOrd="0" presId="urn:microsoft.com/office/officeart/2018/5/layout/CenteredIconLabelDescriptionList"/>
    <dgm:cxn modelId="{1C6BE65A-4153-47DC-83FD-B851497568EE}" type="presParOf" srcId="{D83E18EB-793E-4436-AC62-8BD60610B6EC}" destId="{6C3BDD52-A134-4A25-9576-9517B6165ED4}" srcOrd="2" destOrd="0" presId="urn:microsoft.com/office/officeart/2018/5/layout/CenteredIconLabelDescriptionList"/>
    <dgm:cxn modelId="{166F7C41-1522-4E5B-9D0D-B356BA789AF9}" type="presParOf" srcId="{D83E18EB-793E-4436-AC62-8BD60610B6EC}" destId="{3D36961F-88BA-4075-B174-5CD5965ADEB3}" srcOrd="3" destOrd="0" presId="urn:microsoft.com/office/officeart/2018/5/layout/CenteredIconLabelDescriptionList"/>
    <dgm:cxn modelId="{2CE4F802-132E-4807-B593-413BBE06E501}" type="presParOf" srcId="{D83E18EB-793E-4436-AC62-8BD60610B6EC}" destId="{E40AE131-4283-4AEC-8035-B3466AC5C456}" srcOrd="4" destOrd="0" presId="urn:microsoft.com/office/officeart/2018/5/layout/CenteredIconLabelDescriptionList"/>
    <dgm:cxn modelId="{16301FD7-B025-42DB-B2D2-F0B55DA0542A}" type="presParOf" srcId="{6A26D52A-27D6-4285-8996-84D6FB0C5853}" destId="{57209525-CB70-4BDD-8EB8-28674F626D20}" srcOrd="1" destOrd="0" presId="urn:microsoft.com/office/officeart/2018/5/layout/CenteredIconLabelDescriptionList"/>
    <dgm:cxn modelId="{FC71B594-7623-4E73-B93F-69EF63495DF2}" type="presParOf" srcId="{6A26D52A-27D6-4285-8996-84D6FB0C5853}" destId="{6CFE973D-9AC2-460F-BFA8-15E672E71C0D}" srcOrd="2" destOrd="0" presId="urn:microsoft.com/office/officeart/2018/5/layout/CenteredIconLabelDescriptionList"/>
    <dgm:cxn modelId="{445FBB7F-7004-4C6D-8EBC-613DF77A5415}" type="presParOf" srcId="{6CFE973D-9AC2-460F-BFA8-15E672E71C0D}" destId="{E7ECCC92-147D-40D3-84B3-B69B13E5D821}" srcOrd="0" destOrd="0" presId="urn:microsoft.com/office/officeart/2018/5/layout/CenteredIconLabelDescriptionList"/>
    <dgm:cxn modelId="{D1E51E46-51AC-4CDE-B84A-98FA3737EEEA}" type="presParOf" srcId="{6CFE973D-9AC2-460F-BFA8-15E672E71C0D}" destId="{64532F09-67E9-4BF2-B949-CE81A75992E9}" srcOrd="1" destOrd="0" presId="urn:microsoft.com/office/officeart/2018/5/layout/CenteredIconLabelDescriptionList"/>
    <dgm:cxn modelId="{AB51E7B1-B79D-47F6-9BBA-D41D5F487D0A}" type="presParOf" srcId="{6CFE973D-9AC2-460F-BFA8-15E672E71C0D}" destId="{C20FB53E-AB83-4D37-9B18-162B64BC5369}" srcOrd="2" destOrd="0" presId="urn:microsoft.com/office/officeart/2018/5/layout/CenteredIconLabelDescriptionList"/>
    <dgm:cxn modelId="{227958FB-4C9D-4108-BC29-0819A0B06C5B}" type="presParOf" srcId="{6CFE973D-9AC2-460F-BFA8-15E672E71C0D}" destId="{D92FEFA7-AD44-43B4-BBEC-2CD1A9A53464}" srcOrd="3" destOrd="0" presId="urn:microsoft.com/office/officeart/2018/5/layout/CenteredIconLabelDescriptionList"/>
    <dgm:cxn modelId="{CED30E83-21A5-4CAF-890D-BDDBA7501C27}" type="presParOf" srcId="{6CFE973D-9AC2-460F-BFA8-15E672E71C0D}" destId="{B109DB6D-0530-4E2B-92AC-B417C5B88839}" srcOrd="4" destOrd="0" presId="urn:microsoft.com/office/officeart/2018/5/layout/CenteredIconLabelDescriptionList"/>
    <dgm:cxn modelId="{38295544-74AC-49F2-A161-FCC6C4591646}" type="presParOf" srcId="{6A26D52A-27D6-4285-8996-84D6FB0C5853}" destId="{D2642DE8-A173-40C1-B3A5-93977F93B4CF}" srcOrd="3" destOrd="0" presId="urn:microsoft.com/office/officeart/2018/5/layout/CenteredIconLabelDescriptionList"/>
    <dgm:cxn modelId="{2C8E231D-22BA-41EA-9147-54D375265FDF}" type="presParOf" srcId="{6A26D52A-27D6-4285-8996-84D6FB0C5853}" destId="{DBE8ADE4-CA61-4473-AD40-7F7CF751FD88}" srcOrd="4" destOrd="0" presId="urn:microsoft.com/office/officeart/2018/5/layout/CenteredIconLabelDescriptionList"/>
    <dgm:cxn modelId="{5CBC988B-2EBC-4128-969A-3FF606C871D4}" type="presParOf" srcId="{DBE8ADE4-CA61-4473-AD40-7F7CF751FD88}" destId="{67B72309-8D28-4DC0-8361-DF72A0EE5252}" srcOrd="0" destOrd="0" presId="urn:microsoft.com/office/officeart/2018/5/layout/CenteredIconLabelDescriptionList"/>
    <dgm:cxn modelId="{AF456B25-4B7D-4A44-BE5D-0F1B649556AA}" type="presParOf" srcId="{DBE8ADE4-CA61-4473-AD40-7F7CF751FD88}" destId="{65264AE9-75A4-4A84-A76A-C820F623010D}" srcOrd="1" destOrd="0" presId="urn:microsoft.com/office/officeart/2018/5/layout/CenteredIconLabelDescriptionList"/>
    <dgm:cxn modelId="{091F824E-8E9B-4850-808B-6BB11ED6D0A8}" type="presParOf" srcId="{DBE8ADE4-CA61-4473-AD40-7F7CF751FD88}" destId="{4849F727-AC6C-4C7C-9B4C-A3988229B2EB}" srcOrd="2" destOrd="0" presId="urn:microsoft.com/office/officeart/2018/5/layout/CenteredIconLabelDescriptionList"/>
    <dgm:cxn modelId="{BC532D71-300B-4D73-B814-C4066F2C2776}" type="presParOf" srcId="{DBE8ADE4-CA61-4473-AD40-7F7CF751FD88}" destId="{5DBFCAA2-1C7A-42E6-AFF7-95A20E5382BD}" srcOrd="3" destOrd="0" presId="urn:microsoft.com/office/officeart/2018/5/layout/CenteredIconLabelDescriptionList"/>
    <dgm:cxn modelId="{72683935-2465-4D69-A956-D7078BE033C8}" type="presParOf" srcId="{DBE8ADE4-CA61-4473-AD40-7F7CF751FD88}" destId="{703BC0E2-6BCC-48D2-9143-982DDFC9F2A2}" srcOrd="4" destOrd="0" presId="urn:microsoft.com/office/officeart/2018/5/layout/CenteredIconLabelDescriptionList"/>
    <dgm:cxn modelId="{81CF03EA-F149-4D28-A754-C5494A1C2F73}" type="presParOf" srcId="{6A26D52A-27D6-4285-8996-84D6FB0C5853}" destId="{3C5051D6-4273-4E4E-9A9C-2A31E9E82845}" srcOrd="5" destOrd="0" presId="urn:microsoft.com/office/officeart/2018/5/layout/CenteredIconLabelDescriptionList"/>
    <dgm:cxn modelId="{9EB973CA-C74D-4FE9-81FA-38C04A40DD23}" type="presParOf" srcId="{6A26D52A-27D6-4285-8996-84D6FB0C5853}" destId="{DC16A2FB-2A2C-4E04-9ED0-D6B022165508}" srcOrd="6" destOrd="0" presId="urn:microsoft.com/office/officeart/2018/5/layout/CenteredIconLabelDescriptionList"/>
    <dgm:cxn modelId="{DE9D4690-4BB7-4A87-9B86-A1716A75A313}" type="presParOf" srcId="{DC16A2FB-2A2C-4E04-9ED0-D6B022165508}" destId="{ACBAB9FC-C855-49BF-9D80-CB60D0A654F4}" srcOrd="0" destOrd="0" presId="urn:microsoft.com/office/officeart/2018/5/layout/CenteredIconLabelDescriptionList"/>
    <dgm:cxn modelId="{9101CFFC-844C-4473-AF89-CAD1CC232755}" type="presParOf" srcId="{DC16A2FB-2A2C-4E04-9ED0-D6B022165508}" destId="{D671D5C5-F844-4292-AB44-14D250B930D8}" srcOrd="1" destOrd="0" presId="urn:microsoft.com/office/officeart/2018/5/layout/CenteredIconLabelDescriptionList"/>
    <dgm:cxn modelId="{A2EB1C7A-6D8F-4196-99E4-4A7E54C23B15}" type="presParOf" srcId="{DC16A2FB-2A2C-4E04-9ED0-D6B022165508}" destId="{1B362021-E72F-4FC9-9358-E87451A47CF1}" srcOrd="2" destOrd="0" presId="urn:microsoft.com/office/officeart/2018/5/layout/CenteredIconLabelDescriptionList"/>
    <dgm:cxn modelId="{CA10C049-2530-4151-B59B-07755D184BD3}" type="presParOf" srcId="{DC16A2FB-2A2C-4E04-9ED0-D6B022165508}" destId="{27C94CF0-01A2-48C5-BBDF-61A7CB831D48}" srcOrd="3" destOrd="0" presId="urn:microsoft.com/office/officeart/2018/5/layout/CenteredIconLabelDescriptionList"/>
    <dgm:cxn modelId="{4B76E43A-5A38-4E90-AAEA-2562821A9C32}" type="presParOf" srcId="{DC16A2FB-2A2C-4E04-9ED0-D6B022165508}" destId="{DBF60AC8-294A-4EC7-BB9F-74BFAFC3C2B9}" srcOrd="4" destOrd="0" presId="urn:microsoft.com/office/officeart/2018/5/layout/CenteredIconLabelDescriptionList"/>
    <dgm:cxn modelId="{76CE92AE-FEF2-486E-8F41-8827F0BF5887}" type="presParOf" srcId="{6A26D52A-27D6-4285-8996-84D6FB0C5853}" destId="{F05EB016-875F-439B-864D-3F36CBDFC6CA}" srcOrd="7" destOrd="0" presId="urn:microsoft.com/office/officeart/2018/5/layout/CenteredIconLabelDescriptionList"/>
    <dgm:cxn modelId="{62775EF6-E874-4F1B-B1E2-DCF78561C274}" type="presParOf" srcId="{6A26D52A-27D6-4285-8996-84D6FB0C5853}" destId="{AEC46C10-AD4A-470C-93EF-E70A9D534684}" srcOrd="8" destOrd="0" presId="urn:microsoft.com/office/officeart/2018/5/layout/CenteredIconLabelDescriptionList"/>
    <dgm:cxn modelId="{818D08EE-71A4-42B3-9C0F-156A008D9195}" type="presParOf" srcId="{AEC46C10-AD4A-470C-93EF-E70A9D534684}" destId="{274CF5AC-F6FA-4BA8-A68A-0A12609CB84A}" srcOrd="0" destOrd="0" presId="urn:microsoft.com/office/officeart/2018/5/layout/CenteredIconLabelDescriptionList"/>
    <dgm:cxn modelId="{F8695972-25F0-450F-9165-5F7289F0A04A}" type="presParOf" srcId="{AEC46C10-AD4A-470C-93EF-E70A9D534684}" destId="{EC9537F8-1FE0-4175-BC29-14B6B699FEEF}" srcOrd="1" destOrd="0" presId="urn:microsoft.com/office/officeart/2018/5/layout/CenteredIconLabelDescriptionList"/>
    <dgm:cxn modelId="{1CCE5C98-DF39-46A1-BC70-21412E89B750}" type="presParOf" srcId="{AEC46C10-AD4A-470C-93EF-E70A9D534684}" destId="{01C1F239-7350-45F6-B1B2-873F35289CB2}" srcOrd="2" destOrd="0" presId="urn:microsoft.com/office/officeart/2018/5/layout/CenteredIconLabelDescriptionList"/>
    <dgm:cxn modelId="{BDB2DE49-371F-42E8-9284-FA56094CE106}" type="presParOf" srcId="{AEC46C10-AD4A-470C-93EF-E70A9D534684}" destId="{B0EDB5A7-90BC-4275-8048-4BE5C67EB250}" srcOrd="3" destOrd="0" presId="urn:microsoft.com/office/officeart/2018/5/layout/CenteredIconLabelDescriptionList"/>
    <dgm:cxn modelId="{269FCDCB-4E11-467E-9B82-EF089210B7BB}" type="presParOf" srcId="{AEC46C10-AD4A-470C-93EF-E70A9D534684}" destId="{779605BE-BA8D-460C-A6A6-006D3DBA86E3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745FB79-DF84-4EEB-AD82-D484BCABE565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AFB3852B-5134-4E07-86FA-EA537A1E3D6C}">
      <dgm:prSet/>
      <dgm:spPr/>
      <dgm:t>
        <a:bodyPr/>
        <a:lstStyle/>
        <a:p>
          <a:r>
            <a:rPr lang="en-GB"/>
            <a:t>Library Data</a:t>
          </a:r>
          <a:endParaRPr lang="en-US"/>
        </a:p>
      </dgm:t>
    </dgm:pt>
    <dgm:pt modelId="{7081BC43-DDEB-43F4-A435-66C2F7D02ECF}" type="parTrans" cxnId="{9DBF16AC-FA53-41FB-87D7-EDE69336819A}">
      <dgm:prSet/>
      <dgm:spPr/>
      <dgm:t>
        <a:bodyPr/>
        <a:lstStyle/>
        <a:p>
          <a:endParaRPr lang="en-US"/>
        </a:p>
      </dgm:t>
    </dgm:pt>
    <dgm:pt modelId="{66E01466-38F2-4992-8372-76689E4F1826}" type="sibTrans" cxnId="{9DBF16AC-FA53-41FB-87D7-EDE69336819A}">
      <dgm:prSet/>
      <dgm:spPr/>
      <dgm:t>
        <a:bodyPr/>
        <a:lstStyle/>
        <a:p>
          <a:endParaRPr lang="en-US"/>
        </a:p>
      </dgm:t>
    </dgm:pt>
    <dgm:pt modelId="{A878F4B7-01A9-43B8-AB89-29A854226E66}">
      <dgm:prSet/>
      <dgm:spPr/>
      <dgm:t>
        <a:bodyPr/>
        <a:lstStyle/>
        <a:p>
          <a:r>
            <a:rPr lang="en-GB"/>
            <a:t>Data Manipulation</a:t>
          </a:r>
          <a:endParaRPr lang="en-US"/>
        </a:p>
      </dgm:t>
    </dgm:pt>
    <dgm:pt modelId="{E2BCFBAA-DFC9-4DE5-ADF0-BE6D9AEEC77E}" type="parTrans" cxnId="{3FB7F347-E463-41C0-8F76-7010E08F82E0}">
      <dgm:prSet/>
      <dgm:spPr/>
      <dgm:t>
        <a:bodyPr/>
        <a:lstStyle/>
        <a:p>
          <a:endParaRPr lang="en-US"/>
        </a:p>
      </dgm:t>
    </dgm:pt>
    <dgm:pt modelId="{C23795D1-18B8-48B5-B4B6-8E9486D463EE}" type="sibTrans" cxnId="{3FB7F347-E463-41C0-8F76-7010E08F82E0}">
      <dgm:prSet/>
      <dgm:spPr/>
      <dgm:t>
        <a:bodyPr/>
        <a:lstStyle/>
        <a:p>
          <a:endParaRPr lang="en-US"/>
        </a:p>
      </dgm:t>
    </dgm:pt>
    <dgm:pt modelId="{BA652C2E-C14F-435C-8DAD-E60B558709EC}">
      <dgm:prSet/>
      <dgm:spPr/>
      <dgm:t>
        <a:bodyPr/>
        <a:lstStyle/>
        <a:p>
          <a:r>
            <a:rPr lang="en-GB"/>
            <a:t>Explorative Data Analysis</a:t>
          </a:r>
          <a:endParaRPr lang="en-US"/>
        </a:p>
      </dgm:t>
    </dgm:pt>
    <dgm:pt modelId="{C216B47C-C933-4DCF-8B65-B9E17FAB1E90}" type="parTrans" cxnId="{DA726B37-55C9-4133-B68E-E67C216BF668}">
      <dgm:prSet/>
      <dgm:spPr/>
      <dgm:t>
        <a:bodyPr/>
        <a:lstStyle/>
        <a:p>
          <a:endParaRPr lang="en-US"/>
        </a:p>
      </dgm:t>
    </dgm:pt>
    <dgm:pt modelId="{80AC5A91-58AA-47CD-805A-54C59A176273}" type="sibTrans" cxnId="{DA726B37-55C9-4133-B68E-E67C216BF668}">
      <dgm:prSet/>
      <dgm:spPr/>
      <dgm:t>
        <a:bodyPr/>
        <a:lstStyle/>
        <a:p>
          <a:endParaRPr lang="en-US"/>
        </a:p>
      </dgm:t>
    </dgm:pt>
    <dgm:pt modelId="{BFAE1E36-30B3-4557-B0CC-34B9DDCD5091}">
      <dgm:prSet/>
      <dgm:spPr/>
      <dgm:t>
        <a:bodyPr/>
        <a:lstStyle/>
        <a:p>
          <a:r>
            <a:rPr lang="en-GB"/>
            <a:t>Data Modeling &amp; Transformation</a:t>
          </a:r>
          <a:endParaRPr lang="en-US"/>
        </a:p>
      </dgm:t>
    </dgm:pt>
    <dgm:pt modelId="{28B11505-6BE0-48B7-B119-5E485BBC80E7}" type="parTrans" cxnId="{130D2C3E-F111-4972-B661-C9219198C9C1}">
      <dgm:prSet/>
      <dgm:spPr/>
      <dgm:t>
        <a:bodyPr/>
        <a:lstStyle/>
        <a:p>
          <a:endParaRPr lang="en-US"/>
        </a:p>
      </dgm:t>
    </dgm:pt>
    <dgm:pt modelId="{82E2A708-47BC-4BAA-8F68-B4D02A51936E}" type="sibTrans" cxnId="{130D2C3E-F111-4972-B661-C9219198C9C1}">
      <dgm:prSet/>
      <dgm:spPr/>
      <dgm:t>
        <a:bodyPr/>
        <a:lstStyle/>
        <a:p>
          <a:endParaRPr lang="en-US"/>
        </a:p>
      </dgm:t>
    </dgm:pt>
    <dgm:pt modelId="{8E0DE280-400A-4FC8-95D3-D030E5726F9D}">
      <dgm:prSet/>
      <dgm:spPr/>
      <dgm:t>
        <a:bodyPr/>
        <a:lstStyle/>
        <a:p>
          <a:r>
            <a:rPr lang="en-GB"/>
            <a:t>Dashboard Design &amp; Storytelling</a:t>
          </a:r>
          <a:endParaRPr lang="en-US"/>
        </a:p>
      </dgm:t>
    </dgm:pt>
    <dgm:pt modelId="{1BA8CDE2-E49A-4160-9DD8-54842062E353}" type="parTrans" cxnId="{FAC49BCF-73F8-4A24-8D3C-939EBADF5C40}">
      <dgm:prSet/>
      <dgm:spPr/>
      <dgm:t>
        <a:bodyPr/>
        <a:lstStyle/>
        <a:p>
          <a:endParaRPr lang="en-US"/>
        </a:p>
      </dgm:t>
    </dgm:pt>
    <dgm:pt modelId="{B55019A6-9F9B-414D-9C56-63F0B4DD1D38}" type="sibTrans" cxnId="{FAC49BCF-73F8-4A24-8D3C-939EBADF5C40}">
      <dgm:prSet/>
      <dgm:spPr/>
      <dgm:t>
        <a:bodyPr/>
        <a:lstStyle/>
        <a:p>
          <a:endParaRPr lang="en-US"/>
        </a:p>
      </dgm:t>
    </dgm:pt>
    <dgm:pt modelId="{D227268D-597A-4FB7-931A-26252EF275FE}">
      <dgm:prSet/>
      <dgm:spPr/>
      <dgm:t>
        <a:bodyPr/>
        <a:lstStyle/>
        <a:p>
          <a:r>
            <a:rPr lang="en-GB"/>
            <a:t>Advanced Analytics &amp; Coding</a:t>
          </a:r>
          <a:endParaRPr lang="en-US"/>
        </a:p>
      </dgm:t>
    </dgm:pt>
    <dgm:pt modelId="{2020968A-C4DA-413D-81C3-DCDC4916A3A3}" type="parTrans" cxnId="{0E403C42-0B8F-4440-8812-729A5F7CCE36}">
      <dgm:prSet/>
      <dgm:spPr/>
      <dgm:t>
        <a:bodyPr/>
        <a:lstStyle/>
        <a:p>
          <a:endParaRPr lang="en-US"/>
        </a:p>
      </dgm:t>
    </dgm:pt>
    <dgm:pt modelId="{43FCF7E8-61EA-4F5C-8BFC-3C0361E15BCE}" type="sibTrans" cxnId="{0E403C42-0B8F-4440-8812-729A5F7CCE36}">
      <dgm:prSet/>
      <dgm:spPr/>
      <dgm:t>
        <a:bodyPr/>
        <a:lstStyle/>
        <a:p>
          <a:endParaRPr lang="en-US"/>
        </a:p>
      </dgm:t>
    </dgm:pt>
    <dgm:pt modelId="{D3889512-1D67-4AD0-8D54-F0E3B1608D65}">
      <dgm:prSet/>
      <dgm:spPr/>
      <dgm:t>
        <a:bodyPr/>
        <a:lstStyle/>
        <a:p>
          <a:r>
            <a:rPr lang="en-GB"/>
            <a:t>AI Integration &amp; Strategic Reporting</a:t>
          </a:r>
          <a:endParaRPr lang="en-US"/>
        </a:p>
      </dgm:t>
    </dgm:pt>
    <dgm:pt modelId="{E39F522F-1249-41F2-9478-61AA19698160}" type="parTrans" cxnId="{4B56206C-4E79-41DE-9154-E4DEE40E0112}">
      <dgm:prSet/>
      <dgm:spPr/>
      <dgm:t>
        <a:bodyPr/>
        <a:lstStyle/>
        <a:p>
          <a:endParaRPr lang="en-US"/>
        </a:p>
      </dgm:t>
    </dgm:pt>
    <dgm:pt modelId="{24278B0A-F929-4DF0-A0F1-0181F1A64910}" type="sibTrans" cxnId="{4B56206C-4E79-41DE-9154-E4DEE40E0112}">
      <dgm:prSet/>
      <dgm:spPr/>
      <dgm:t>
        <a:bodyPr/>
        <a:lstStyle/>
        <a:p>
          <a:endParaRPr lang="en-US"/>
        </a:p>
      </dgm:t>
    </dgm:pt>
    <dgm:pt modelId="{8EFA74BF-45FA-4842-90C6-481A805E2038}" type="pres">
      <dgm:prSet presAssocID="{0745FB79-DF84-4EEB-AD82-D484BCABE565}" presName="vert0" presStyleCnt="0">
        <dgm:presLayoutVars>
          <dgm:dir/>
          <dgm:animOne val="branch"/>
          <dgm:animLvl val="lvl"/>
        </dgm:presLayoutVars>
      </dgm:prSet>
      <dgm:spPr/>
    </dgm:pt>
    <dgm:pt modelId="{E89F4A38-CD53-4679-BAAF-3882C5E4113A}" type="pres">
      <dgm:prSet presAssocID="{AFB3852B-5134-4E07-86FA-EA537A1E3D6C}" presName="thickLine" presStyleLbl="alignNode1" presStyleIdx="0" presStyleCnt="7"/>
      <dgm:spPr/>
    </dgm:pt>
    <dgm:pt modelId="{FEA80105-9C68-42F0-A32E-510A02BABF00}" type="pres">
      <dgm:prSet presAssocID="{AFB3852B-5134-4E07-86FA-EA537A1E3D6C}" presName="horz1" presStyleCnt="0"/>
      <dgm:spPr/>
    </dgm:pt>
    <dgm:pt modelId="{7E88E64A-4C60-4EDE-A2E4-C3E850F6CE9E}" type="pres">
      <dgm:prSet presAssocID="{AFB3852B-5134-4E07-86FA-EA537A1E3D6C}" presName="tx1" presStyleLbl="revTx" presStyleIdx="0" presStyleCnt="7"/>
      <dgm:spPr/>
    </dgm:pt>
    <dgm:pt modelId="{5B233EAC-B9CC-40D2-A21E-B7A28920AA06}" type="pres">
      <dgm:prSet presAssocID="{AFB3852B-5134-4E07-86FA-EA537A1E3D6C}" presName="vert1" presStyleCnt="0"/>
      <dgm:spPr/>
    </dgm:pt>
    <dgm:pt modelId="{F53E2BF9-188E-4C35-8D03-E03111F2DE44}" type="pres">
      <dgm:prSet presAssocID="{A878F4B7-01A9-43B8-AB89-29A854226E66}" presName="thickLine" presStyleLbl="alignNode1" presStyleIdx="1" presStyleCnt="7"/>
      <dgm:spPr/>
    </dgm:pt>
    <dgm:pt modelId="{AAD5836C-2695-4B16-BDC4-851B6F1CCDCB}" type="pres">
      <dgm:prSet presAssocID="{A878F4B7-01A9-43B8-AB89-29A854226E66}" presName="horz1" presStyleCnt="0"/>
      <dgm:spPr/>
    </dgm:pt>
    <dgm:pt modelId="{F72B2469-8F02-4DDB-AA8D-E1A43C1BB530}" type="pres">
      <dgm:prSet presAssocID="{A878F4B7-01A9-43B8-AB89-29A854226E66}" presName="tx1" presStyleLbl="revTx" presStyleIdx="1" presStyleCnt="7"/>
      <dgm:spPr/>
    </dgm:pt>
    <dgm:pt modelId="{0AB053B9-6FB1-455E-969D-03383FF08315}" type="pres">
      <dgm:prSet presAssocID="{A878F4B7-01A9-43B8-AB89-29A854226E66}" presName="vert1" presStyleCnt="0"/>
      <dgm:spPr/>
    </dgm:pt>
    <dgm:pt modelId="{0F94A73E-6DFB-4BF1-A863-701CEA41C5E8}" type="pres">
      <dgm:prSet presAssocID="{BA652C2E-C14F-435C-8DAD-E60B558709EC}" presName="thickLine" presStyleLbl="alignNode1" presStyleIdx="2" presStyleCnt="7"/>
      <dgm:spPr/>
    </dgm:pt>
    <dgm:pt modelId="{1DE10C1C-6AB8-43B6-B17E-7C5F75177205}" type="pres">
      <dgm:prSet presAssocID="{BA652C2E-C14F-435C-8DAD-E60B558709EC}" presName="horz1" presStyleCnt="0"/>
      <dgm:spPr/>
    </dgm:pt>
    <dgm:pt modelId="{121F534E-211C-436C-BA14-982C169E5B67}" type="pres">
      <dgm:prSet presAssocID="{BA652C2E-C14F-435C-8DAD-E60B558709EC}" presName="tx1" presStyleLbl="revTx" presStyleIdx="2" presStyleCnt="7"/>
      <dgm:spPr/>
    </dgm:pt>
    <dgm:pt modelId="{E25B4776-3808-44EC-B37C-13E0D16CC075}" type="pres">
      <dgm:prSet presAssocID="{BA652C2E-C14F-435C-8DAD-E60B558709EC}" presName="vert1" presStyleCnt="0"/>
      <dgm:spPr/>
    </dgm:pt>
    <dgm:pt modelId="{965D21CE-993C-4AEB-9AB3-5018B595B55E}" type="pres">
      <dgm:prSet presAssocID="{BFAE1E36-30B3-4557-B0CC-34B9DDCD5091}" presName="thickLine" presStyleLbl="alignNode1" presStyleIdx="3" presStyleCnt="7"/>
      <dgm:spPr/>
    </dgm:pt>
    <dgm:pt modelId="{76EE2BA7-A58C-4258-8CEE-E9536F4937ED}" type="pres">
      <dgm:prSet presAssocID="{BFAE1E36-30B3-4557-B0CC-34B9DDCD5091}" presName="horz1" presStyleCnt="0"/>
      <dgm:spPr/>
    </dgm:pt>
    <dgm:pt modelId="{7FDCE17E-8DCC-436A-9B10-B4C6F8B8F68C}" type="pres">
      <dgm:prSet presAssocID="{BFAE1E36-30B3-4557-B0CC-34B9DDCD5091}" presName="tx1" presStyleLbl="revTx" presStyleIdx="3" presStyleCnt="7"/>
      <dgm:spPr/>
    </dgm:pt>
    <dgm:pt modelId="{6B206F88-6660-4CD8-BD67-9617EA99D2B6}" type="pres">
      <dgm:prSet presAssocID="{BFAE1E36-30B3-4557-B0CC-34B9DDCD5091}" presName="vert1" presStyleCnt="0"/>
      <dgm:spPr/>
    </dgm:pt>
    <dgm:pt modelId="{CCF2583C-A2C4-4C28-BBE7-E3FC42DB578E}" type="pres">
      <dgm:prSet presAssocID="{8E0DE280-400A-4FC8-95D3-D030E5726F9D}" presName="thickLine" presStyleLbl="alignNode1" presStyleIdx="4" presStyleCnt="7"/>
      <dgm:spPr/>
    </dgm:pt>
    <dgm:pt modelId="{809577D8-FB51-43E0-81EF-015E8C5F3933}" type="pres">
      <dgm:prSet presAssocID="{8E0DE280-400A-4FC8-95D3-D030E5726F9D}" presName="horz1" presStyleCnt="0"/>
      <dgm:spPr/>
    </dgm:pt>
    <dgm:pt modelId="{7F1296F0-807C-450E-AB18-A7088AA59FDA}" type="pres">
      <dgm:prSet presAssocID="{8E0DE280-400A-4FC8-95D3-D030E5726F9D}" presName="tx1" presStyleLbl="revTx" presStyleIdx="4" presStyleCnt="7"/>
      <dgm:spPr/>
    </dgm:pt>
    <dgm:pt modelId="{60873BE1-9D67-414E-B0D8-D9988DEAE251}" type="pres">
      <dgm:prSet presAssocID="{8E0DE280-400A-4FC8-95D3-D030E5726F9D}" presName="vert1" presStyleCnt="0"/>
      <dgm:spPr/>
    </dgm:pt>
    <dgm:pt modelId="{43571B30-B496-4025-A419-923DD45FD83C}" type="pres">
      <dgm:prSet presAssocID="{D227268D-597A-4FB7-931A-26252EF275FE}" presName="thickLine" presStyleLbl="alignNode1" presStyleIdx="5" presStyleCnt="7"/>
      <dgm:spPr/>
    </dgm:pt>
    <dgm:pt modelId="{6794E3E6-A576-48C4-8254-4E14B10DBC51}" type="pres">
      <dgm:prSet presAssocID="{D227268D-597A-4FB7-931A-26252EF275FE}" presName="horz1" presStyleCnt="0"/>
      <dgm:spPr/>
    </dgm:pt>
    <dgm:pt modelId="{DDA61F0C-4B19-4798-904D-BA81DD91B8B4}" type="pres">
      <dgm:prSet presAssocID="{D227268D-597A-4FB7-931A-26252EF275FE}" presName="tx1" presStyleLbl="revTx" presStyleIdx="5" presStyleCnt="7"/>
      <dgm:spPr/>
    </dgm:pt>
    <dgm:pt modelId="{7A8B1B0A-581D-498A-BDDF-C97634D0DBF7}" type="pres">
      <dgm:prSet presAssocID="{D227268D-597A-4FB7-931A-26252EF275FE}" presName="vert1" presStyleCnt="0"/>
      <dgm:spPr/>
    </dgm:pt>
    <dgm:pt modelId="{F9AA2410-4E47-4F81-8528-3A13F267E1C6}" type="pres">
      <dgm:prSet presAssocID="{D3889512-1D67-4AD0-8D54-F0E3B1608D65}" presName="thickLine" presStyleLbl="alignNode1" presStyleIdx="6" presStyleCnt="7"/>
      <dgm:spPr/>
    </dgm:pt>
    <dgm:pt modelId="{509C6596-B1D6-4D0E-8791-D74D192EC764}" type="pres">
      <dgm:prSet presAssocID="{D3889512-1D67-4AD0-8D54-F0E3B1608D65}" presName="horz1" presStyleCnt="0"/>
      <dgm:spPr/>
    </dgm:pt>
    <dgm:pt modelId="{A613E551-F134-4F8D-B6C7-EAF1BE5885ED}" type="pres">
      <dgm:prSet presAssocID="{D3889512-1D67-4AD0-8D54-F0E3B1608D65}" presName="tx1" presStyleLbl="revTx" presStyleIdx="6" presStyleCnt="7"/>
      <dgm:spPr/>
    </dgm:pt>
    <dgm:pt modelId="{990ED51C-27A0-4601-9D40-257AD0B25F69}" type="pres">
      <dgm:prSet presAssocID="{D3889512-1D67-4AD0-8D54-F0E3B1608D65}" presName="vert1" presStyleCnt="0"/>
      <dgm:spPr/>
    </dgm:pt>
  </dgm:ptLst>
  <dgm:cxnLst>
    <dgm:cxn modelId="{5EDD1F37-4278-4815-8420-74D1AE4507E4}" type="presOf" srcId="{BFAE1E36-30B3-4557-B0CC-34B9DDCD5091}" destId="{7FDCE17E-8DCC-436A-9B10-B4C6F8B8F68C}" srcOrd="0" destOrd="0" presId="urn:microsoft.com/office/officeart/2008/layout/LinedList"/>
    <dgm:cxn modelId="{DA726B37-55C9-4133-B68E-E67C216BF668}" srcId="{0745FB79-DF84-4EEB-AD82-D484BCABE565}" destId="{BA652C2E-C14F-435C-8DAD-E60B558709EC}" srcOrd="2" destOrd="0" parTransId="{C216B47C-C933-4DCF-8B65-B9E17FAB1E90}" sibTransId="{80AC5A91-58AA-47CD-805A-54C59A176273}"/>
    <dgm:cxn modelId="{130D2C3E-F111-4972-B661-C9219198C9C1}" srcId="{0745FB79-DF84-4EEB-AD82-D484BCABE565}" destId="{BFAE1E36-30B3-4557-B0CC-34B9DDCD5091}" srcOrd="3" destOrd="0" parTransId="{28B11505-6BE0-48B7-B119-5E485BBC80E7}" sibTransId="{82E2A708-47BC-4BAA-8F68-B4D02A51936E}"/>
    <dgm:cxn modelId="{0E403C42-0B8F-4440-8812-729A5F7CCE36}" srcId="{0745FB79-DF84-4EEB-AD82-D484BCABE565}" destId="{D227268D-597A-4FB7-931A-26252EF275FE}" srcOrd="5" destOrd="0" parTransId="{2020968A-C4DA-413D-81C3-DCDC4916A3A3}" sibTransId="{43FCF7E8-61EA-4F5C-8BFC-3C0361E15BCE}"/>
    <dgm:cxn modelId="{3FB7F347-E463-41C0-8F76-7010E08F82E0}" srcId="{0745FB79-DF84-4EEB-AD82-D484BCABE565}" destId="{A878F4B7-01A9-43B8-AB89-29A854226E66}" srcOrd="1" destOrd="0" parTransId="{E2BCFBAA-DFC9-4DE5-ADF0-BE6D9AEEC77E}" sibTransId="{C23795D1-18B8-48B5-B4B6-8E9486D463EE}"/>
    <dgm:cxn modelId="{4B56206C-4E79-41DE-9154-E4DEE40E0112}" srcId="{0745FB79-DF84-4EEB-AD82-D484BCABE565}" destId="{D3889512-1D67-4AD0-8D54-F0E3B1608D65}" srcOrd="6" destOrd="0" parTransId="{E39F522F-1249-41F2-9478-61AA19698160}" sibTransId="{24278B0A-F929-4DF0-A0F1-0181F1A64910}"/>
    <dgm:cxn modelId="{21DCA16D-9510-4017-8F49-1683C6C299B9}" type="presOf" srcId="{AFB3852B-5134-4E07-86FA-EA537A1E3D6C}" destId="{7E88E64A-4C60-4EDE-A2E4-C3E850F6CE9E}" srcOrd="0" destOrd="0" presId="urn:microsoft.com/office/officeart/2008/layout/LinedList"/>
    <dgm:cxn modelId="{579BBD6D-575B-4921-B0B8-01B81A3E49DA}" type="presOf" srcId="{8E0DE280-400A-4FC8-95D3-D030E5726F9D}" destId="{7F1296F0-807C-450E-AB18-A7088AA59FDA}" srcOrd="0" destOrd="0" presId="urn:microsoft.com/office/officeart/2008/layout/LinedList"/>
    <dgm:cxn modelId="{59A46E50-7772-4C17-BC93-2B8E3F084380}" type="presOf" srcId="{D3889512-1D67-4AD0-8D54-F0E3B1608D65}" destId="{A613E551-F134-4F8D-B6C7-EAF1BE5885ED}" srcOrd="0" destOrd="0" presId="urn:microsoft.com/office/officeart/2008/layout/LinedList"/>
    <dgm:cxn modelId="{9DBF16AC-FA53-41FB-87D7-EDE69336819A}" srcId="{0745FB79-DF84-4EEB-AD82-D484BCABE565}" destId="{AFB3852B-5134-4E07-86FA-EA537A1E3D6C}" srcOrd="0" destOrd="0" parTransId="{7081BC43-DDEB-43F4-A435-66C2F7D02ECF}" sibTransId="{66E01466-38F2-4992-8372-76689E4F1826}"/>
    <dgm:cxn modelId="{4A6995CF-6918-415E-9916-465EF0E9F0A8}" type="presOf" srcId="{0745FB79-DF84-4EEB-AD82-D484BCABE565}" destId="{8EFA74BF-45FA-4842-90C6-481A805E2038}" srcOrd="0" destOrd="0" presId="urn:microsoft.com/office/officeart/2008/layout/LinedList"/>
    <dgm:cxn modelId="{FAC49BCF-73F8-4A24-8D3C-939EBADF5C40}" srcId="{0745FB79-DF84-4EEB-AD82-D484BCABE565}" destId="{8E0DE280-400A-4FC8-95D3-D030E5726F9D}" srcOrd="4" destOrd="0" parTransId="{1BA8CDE2-E49A-4160-9DD8-54842062E353}" sibTransId="{B55019A6-9F9B-414D-9C56-63F0B4DD1D38}"/>
    <dgm:cxn modelId="{20EBCDE5-6389-417B-9BB4-C2C1B6588ABE}" type="presOf" srcId="{A878F4B7-01A9-43B8-AB89-29A854226E66}" destId="{F72B2469-8F02-4DDB-AA8D-E1A43C1BB530}" srcOrd="0" destOrd="0" presId="urn:microsoft.com/office/officeart/2008/layout/LinedList"/>
    <dgm:cxn modelId="{0821C3E9-81E8-46DF-BE2D-AAC5D4A704CC}" type="presOf" srcId="{BA652C2E-C14F-435C-8DAD-E60B558709EC}" destId="{121F534E-211C-436C-BA14-982C169E5B67}" srcOrd="0" destOrd="0" presId="urn:microsoft.com/office/officeart/2008/layout/LinedList"/>
    <dgm:cxn modelId="{D78BFBF6-4201-4A80-8474-2DBAD6CA75A8}" type="presOf" srcId="{D227268D-597A-4FB7-931A-26252EF275FE}" destId="{DDA61F0C-4B19-4798-904D-BA81DD91B8B4}" srcOrd="0" destOrd="0" presId="urn:microsoft.com/office/officeart/2008/layout/LinedList"/>
    <dgm:cxn modelId="{90F3C6E0-A656-432F-B03D-8D6DADB933CD}" type="presParOf" srcId="{8EFA74BF-45FA-4842-90C6-481A805E2038}" destId="{E89F4A38-CD53-4679-BAAF-3882C5E4113A}" srcOrd="0" destOrd="0" presId="urn:microsoft.com/office/officeart/2008/layout/LinedList"/>
    <dgm:cxn modelId="{DD919FD9-6DC6-4720-A9F3-2EAB3F305967}" type="presParOf" srcId="{8EFA74BF-45FA-4842-90C6-481A805E2038}" destId="{FEA80105-9C68-42F0-A32E-510A02BABF00}" srcOrd="1" destOrd="0" presId="urn:microsoft.com/office/officeart/2008/layout/LinedList"/>
    <dgm:cxn modelId="{4E5AC053-D8C6-40AF-ABE9-C7F4E38AE8DC}" type="presParOf" srcId="{FEA80105-9C68-42F0-A32E-510A02BABF00}" destId="{7E88E64A-4C60-4EDE-A2E4-C3E850F6CE9E}" srcOrd="0" destOrd="0" presId="urn:microsoft.com/office/officeart/2008/layout/LinedList"/>
    <dgm:cxn modelId="{E441532E-CE9E-426A-AB12-0F6BD42200DB}" type="presParOf" srcId="{FEA80105-9C68-42F0-A32E-510A02BABF00}" destId="{5B233EAC-B9CC-40D2-A21E-B7A28920AA06}" srcOrd="1" destOrd="0" presId="urn:microsoft.com/office/officeart/2008/layout/LinedList"/>
    <dgm:cxn modelId="{C2949D69-09AD-42AA-9DB7-01C03C58D3C3}" type="presParOf" srcId="{8EFA74BF-45FA-4842-90C6-481A805E2038}" destId="{F53E2BF9-188E-4C35-8D03-E03111F2DE44}" srcOrd="2" destOrd="0" presId="urn:microsoft.com/office/officeart/2008/layout/LinedList"/>
    <dgm:cxn modelId="{DFA099B5-1FCF-49C4-90BA-21F5E373705F}" type="presParOf" srcId="{8EFA74BF-45FA-4842-90C6-481A805E2038}" destId="{AAD5836C-2695-4B16-BDC4-851B6F1CCDCB}" srcOrd="3" destOrd="0" presId="urn:microsoft.com/office/officeart/2008/layout/LinedList"/>
    <dgm:cxn modelId="{4D8DEBCA-6EA9-4766-91FA-C7CE448EFE52}" type="presParOf" srcId="{AAD5836C-2695-4B16-BDC4-851B6F1CCDCB}" destId="{F72B2469-8F02-4DDB-AA8D-E1A43C1BB530}" srcOrd="0" destOrd="0" presId="urn:microsoft.com/office/officeart/2008/layout/LinedList"/>
    <dgm:cxn modelId="{1FA25C74-293C-420E-B6B4-87B27E690954}" type="presParOf" srcId="{AAD5836C-2695-4B16-BDC4-851B6F1CCDCB}" destId="{0AB053B9-6FB1-455E-969D-03383FF08315}" srcOrd="1" destOrd="0" presId="urn:microsoft.com/office/officeart/2008/layout/LinedList"/>
    <dgm:cxn modelId="{EB1D4CC0-16B4-4C30-8FF1-FDEC38425947}" type="presParOf" srcId="{8EFA74BF-45FA-4842-90C6-481A805E2038}" destId="{0F94A73E-6DFB-4BF1-A863-701CEA41C5E8}" srcOrd="4" destOrd="0" presId="urn:microsoft.com/office/officeart/2008/layout/LinedList"/>
    <dgm:cxn modelId="{AB6D10B7-E23C-4821-895A-06B658243443}" type="presParOf" srcId="{8EFA74BF-45FA-4842-90C6-481A805E2038}" destId="{1DE10C1C-6AB8-43B6-B17E-7C5F75177205}" srcOrd="5" destOrd="0" presId="urn:microsoft.com/office/officeart/2008/layout/LinedList"/>
    <dgm:cxn modelId="{34F50E3E-C9D4-4FAB-8293-DB0CA3A6693D}" type="presParOf" srcId="{1DE10C1C-6AB8-43B6-B17E-7C5F75177205}" destId="{121F534E-211C-436C-BA14-982C169E5B67}" srcOrd="0" destOrd="0" presId="urn:microsoft.com/office/officeart/2008/layout/LinedList"/>
    <dgm:cxn modelId="{FEA25BD1-7E93-44B8-943E-2C589553702A}" type="presParOf" srcId="{1DE10C1C-6AB8-43B6-B17E-7C5F75177205}" destId="{E25B4776-3808-44EC-B37C-13E0D16CC075}" srcOrd="1" destOrd="0" presId="urn:microsoft.com/office/officeart/2008/layout/LinedList"/>
    <dgm:cxn modelId="{538B33DA-9701-4A25-81FC-8412AE3C231D}" type="presParOf" srcId="{8EFA74BF-45FA-4842-90C6-481A805E2038}" destId="{965D21CE-993C-4AEB-9AB3-5018B595B55E}" srcOrd="6" destOrd="0" presId="urn:microsoft.com/office/officeart/2008/layout/LinedList"/>
    <dgm:cxn modelId="{646E6196-8769-4338-BBCE-18BED63E9785}" type="presParOf" srcId="{8EFA74BF-45FA-4842-90C6-481A805E2038}" destId="{76EE2BA7-A58C-4258-8CEE-E9536F4937ED}" srcOrd="7" destOrd="0" presId="urn:microsoft.com/office/officeart/2008/layout/LinedList"/>
    <dgm:cxn modelId="{74DC17FA-63D4-4B31-98F1-11C80B9B09D1}" type="presParOf" srcId="{76EE2BA7-A58C-4258-8CEE-E9536F4937ED}" destId="{7FDCE17E-8DCC-436A-9B10-B4C6F8B8F68C}" srcOrd="0" destOrd="0" presId="urn:microsoft.com/office/officeart/2008/layout/LinedList"/>
    <dgm:cxn modelId="{8EE11AC2-B101-4015-8049-955ACF400118}" type="presParOf" srcId="{76EE2BA7-A58C-4258-8CEE-E9536F4937ED}" destId="{6B206F88-6660-4CD8-BD67-9617EA99D2B6}" srcOrd="1" destOrd="0" presId="urn:microsoft.com/office/officeart/2008/layout/LinedList"/>
    <dgm:cxn modelId="{A1C0D4A4-4226-4FCC-99BA-FDE6BC287836}" type="presParOf" srcId="{8EFA74BF-45FA-4842-90C6-481A805E2038}" destId="{CCF2583C-A2C4-4C28-BBE7-E3FC42DB578E}" srcOrd="8" destOrd="0" presId="urn:microsoft.com/office/officeart/2008/layout/LinedList"/>
    <dgm:cxn modelId="{3C48A0AA-BE5F-4ED6-9B6A-FF7247EB301D}" type="presParOf" srcId="{8EFA74BF-45FA-4842-90C6-481A805E2038}" destId="{809577D8-FB51-43E0-81EF-015E8C5F3933}" srcOrd="9" destOrd="0" presId="urn:microsoft.com/office/officeart/2008/layout/LinedList"/>
    <dgm:cxn modelId="{C9067C44-14FE-4B30-8B8D-9E93DAD59F28}" type="presParOf" srcId="{809577D8-FB51-43E0-81EF-015E8C5F3933}" destId="{7F1296F0-807C-450E-AB18-A7088AA59FDA}" srcOrd="0" destOrd="0" presId="urn:microsoft.com/office/officeart/2008/layout/LinedList"/>
    <dgm:cxn modelId="{6EFB47F7-E3D0-4BC6-AE6D-FEEC0561F516}" type="presParOf" srcId="{809577D8-FB51-43E0-81EF-015E8C5F3933}" destId="{60873BE1-9D67-414E-B0D8-D9988DEAE251}" srcOrd="1" destOrd="0" presId="urn:microsoft.com/office/officeart/2008/layout/LinedList"/>
    <dgm:cxn modelId="{DFBF5F20-AC21-4FED-8563-50907A4149A4}" type="presParOf" srcId="{8EFA74BF-45FA-4842-90C6-481A805E2038}" destId="{43571B30-B496-4025-A419-923DD45FD83C}" srcOrd="10" destOrd="0" presId="urn:microsoft.com/office/officeart/2008/layout/LinedList"/>
    <dgm:cxn modelId="{3DD0528C-B8EF-492C-9445-8C123B901ABE}" type="presParOf" srcId="{8EFA74BF-45FA-4842-90C6-481A805E2038}" destId="{6794E3E6-A576-48C4-8254-4E14B10DBC51}" srcOrd="11" destOrd="0" presId="urn:microsoft.com/office/officeart/2008/layout/LinedList"/>
    <dgm:cxn modelId="{36B93C26-68C5-4B66-9E06-ED3059259944}" type="presParOf" srcId="{6794E3E6-A576-48C4-8254-4E14B10DBC51}" destId="{DDA61F0C-4B19-4798-904D-BA81DD91B8B4}" srcOrd="0" destOrd="0" presId="urn:microsoft.com/office/officeart/2008/layout/LinedList"/>
    <dgm:cxn modelId="{A22B96A7-1486-4429-A01E-538D126DF5AA}" type="presParOf" srcId="{6794E3E6-A576-48C4-8254-4E14B10DBC51}" destId="{7A8B1B0A-581D-498A-BDDF-C97634D0DBF7}" srcOrd="1" destOrd="0" presId="urn:microsoft.com/office/officeart/2008/layout/LinedList"/>
    <dgm:cxn modelId="{3AB6720F-D788-41E4-96C5-904E467DB19B}" type="presParOf" srcId="{8EFA74BF-45FA-4842-90C6-481A805E2038}" destId="{F9AA2410-4E47-4F81-8528-3A13F267E1C6}" srcOrd="12" destOrd="0" presId="urn:microsoft.com/office/officeart/2008/layout/LinedList"/>
    <dgm:cxn modelId="{48F11437-0595-48A0-9C6D-74F25160CEB2}" type="presParOf" srcId="{8EFA74BF-45FA-4842-90C6-481A805E2038}" destId="{509C6596-B1D6-4D0E-8791-D74D192EC764}" srcOrd="13" destOrd="0" presId="urn:microsoft.com/office/officeart/2008/layout/LinedList"/>
    <dgm:cxn modelId="{85F49304-DC7C-43FE-99DA-434E05DA7F2D}" type="presParOf" srcId="{509C6596-B1D6-4D0E-8791-D74D192EC764}" destId="{A613E551-F134-4F8D-B6C7-EAF1BE5885ED}" srcOrd="0" destOrd="0" presId="urn:microsoft.com/office/officeart/2008/layout/LinedList"/>
    <dgm:cxn modelId="{AE30830F-1E82-4104-B979-691424E6BDB0}" type="presParOf" srcId="{509C6596-B1D6-4D0E-8791-D74D192EC764}" destId="{990ED51C-27A0-4601-9D40-257AD0B25F69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05E426E-B62B-4F1E-B24C-50A628FDFA79}" type="doc">
      <dgm:prSet loTypeId="urn:microsoft.com/office/officeart/2005/8/layout/vProcess5" loCatId="process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6CDFF76B-39EF-43AF-984D-3D2C58244230}">
      <dgm:prSet/>
      <dgm:spPr/>
      <dgm:t>
        <a:bodyPr/>
        <a:lstStyle/>
        <a:p>
          <a:r>
            <a:rPr lang="en-GB"/>
            <a:t>Microsoft Excel</a:t>
          </a:r>
          <a:endParaRPr lang="en-US"/>
        </a:p>
      </dgm:t>
    </dgm:pt>
    <dgm:pt modelId="{DA28B3A1-0F61-42F3-835E-476446EF0CDB}" type="parTrans" cxnId="{48E22D90-8270-40B1-948B-7C7B3DB1C33F}">
      <dgm:prSet/>
      <dgm:spPr/>
      <dgm:t>
        <a:bodyPr/>
        <a:lstStyle/>
        <a:p>
          <a:endParaRPr lang="en-US"/>
        </a:p>
      </dgm:t>
    </dgm:pt>
    <dgm:pt modelId="{4FFED261-5A05-4EF0-A030-103CB93B3105}" type="sibTrans" cxnId="{48E22D90-8270-40B1-948B-7C7B3DB1C33F}">
      <dgm:prSet/>
      <dgm:spPr/>
      <dgm:t>
        <a:bodyPr/>
        <a:lstStyle/>
        <a:p>
          <a:endParaRPr lang="en-US"/>
        </a:p>
      </dgm:t>
    </dgm:pt>
    <dgm:pt modelId="{1ADEBBBE-3BAC-41C4-9980-360172DEA521}">
      <dgm:prSet/>
      <dgm:spPr/>
      <dgm:t>
        <a:bodyPr/>
        <a:lstStyle/>
        <a:p>
          <a:r>
            <a:rPr lang="en-GB"/>
            <a:t>Power BI</a:t>
          </a:r>
          <a:endParaRPr lang="en-US"/>
        </a:p>
      </dgm:t>
    </dgm:pt>
    <dgm:pt modelId="{FB59FC38-EC8E-4417-B675-D450D707303A}" type="parTrans" cxnId="{9570507E-250A-4850-A3AE-E22B9EB8E416}">
      <dgm:prSet/>
      <dgm:spPr/>
      <dgm:t>
        <a:bodyPr/>
        <a:lstStyle/>
        <a:p>
          <a:endParaRPr lang="en-US"/>
        </a:p>
      </dgm:t>
    </dgm:pt>
    <dgm:pt modelId="{21AD467F-EDF1-4E74-B229-37993579A677}" type="sibTrans" cxnId="{9570507E-250A-4850-A3AE-E22B9EB8E416}">
      <dgm:prSet/>
      <dgm:spPr/>
      <dgm:t>
        <a:bodyPr/>
        <a:lstStyle/>
        <a:p>
          <a:endParaRPr lang="en-US"/>
        </a:p>
      </dgm:t>
    </dgm:pt>
    <dgm:pt modelId="{072B5D44-A26A-4EE6-B8DF-35E79F7B0B4A}">
      <dgm:prSet/>
      <dgm:spPr/>
      <dgm:t>
        <a:bodyPr/>
        <a:lstStyle/>
        <a:p>
          <a:r>
            <a:rPr lang="en-GB"/>
            <a:t>Python and/or SQL</a:t>
          </a:r>
          <a:endParaRPr lang="en-US"/>
        </a:p>
      </dgm:t>
    </dgm:pt>
    <dgm:pt modelId="{7B2B9811-4A16-430B-8117-B626CBF8FF6E}" type="parTrans" cxnId="{A0F71797-9A30-426C-91EB-D7CECE3187A4}">
      <dgm:prSet/>
      <dgm:spPr/>
      <dgm:t>
        <a:bodyPr/>
        <a:lstStyle/>
        <a:p>
          <a:endParaRPr lang="en-US"/>
        </a:p>
      </dgm:t>
    </dgm:pt>
    <dgm:pt modelId="{C6047F56-2119-4522-8979-F1B45E657DAC}" type="sibTrans" cxnId="{A0F71797-9A30-426C-91EB-D7CECE3187A4}">
      <dgm:prSet/>
      <dgm:spPr/>
      <dgm:t>
        <a:bodyPr/>
        <a:lstStyle/>
        <a:p>
          <a:endParaRPr lang="en-US"/>
        </a:p>
      </dgm:t>
    </dgm:pt>
    <dgm:pt modelId="{1C35C609-AD76-40DF-8396-806B6A1A1D1D}">
      <dgm:prSet/>
      <dgm:spPr/>
      <dgm:t>
        <a:bodyPr/>
        <a:lstStyle/>
        <a:p>
          <a:r>
            <a:rPr lang="en-GB"/>
            <a:t>JavaScript and d3js</a:t>
          </a:r>
          <a:endParaRPr lang="en-US"/>
        </a:p>
      </dgm:t>
    </dgm:pt>
    <dgm:pt modelId="{DFB5D7F2-5E58-4C9B-9BF3-37834C7FBA09}" type="parTrans" cxnId="{ACA32601-CCCA-4399-87C0-B3C1F7642749}">
      <dgm:prSet/>
      <dgm:spPr/>
      <dgm:t>
        <a:bodyPr/>
        <a:lstStyle/>
        <a:p>
          <a:endParaRPr lang="en-US"/>
        </a:p>
      </dgm:t>
    </dgm:pt>
    <dgm:pt modelId="{9ABF09C8-7B00-4C2E-9322-94BAF2A8104E}" type="sibTrans" cxnId="{ACA32601-CCCA-4399-87C0-B3C1F7642749}">
      <dgm:prSet/>
      <dgm:spPr/>
      <dgm:t>
        <a:bodyPr/>
        <a:lstStyle/>
        <a:p>
          <a:endParaRPr lang="en-US"/>
        </a:p>
      </dgm:t>
    </dgm:pt>
    <dgm:pt modelId="{0FBC996E-CB90-4C0F-8C6F-2D650442D516}" type="pres">
      <dgm:prSet presAssocID="{005E426E-B62B-4F1E-B24C-50A628FDFA79}" presName="outerComposite" presStyleCnt="0">
        <dgm:presLayoutVars>
          <dgm:chMax val="5"/>
          <dgm:dir/>
          <dgm:resizeHandles val="exact"/>
        </dgm:presLayoutVars>
      </dgm:prSet>
      <dgm:spPr/>
    </dgm:pt>
    <dgm:pt modelId="{60EE1BF6-0D40-4DD6-B27D-2B0EE2D7E0CF}" type="pres">
      <dgm:prSet presAssocID="{005E426E-B62B-4F1E-B24C-50A628FDFA79}" presName="dummyMaxCanvas" presStyleCnt="0">
        <dgm:presLayoutVars/>
      </dgm:prSet>
      <dgm:spPr/>
    </dgm:pt>
    <dgm:pt modelId="{1FB0EAF2-3184-4CF6-84B9-518638E565A6}" type="pres">
      <dgm:prSet presAssocID="{005E426E-B62B-4F1E-B24C-50A628FDFA79}" presName="FourNodes_1" presStyleLbl="node1" presStyleIdx="0" presStyleCnt="4">
        <dgm:presLayoutVars>
          <dgm:bulletEnabled val="1"/>
        </dgm:presLayoutVars>
      </dgm:prSet>
      <dgm:spPr/>
    </dgm:pt>
    <dgm:pt modelId="{30DEA766-3295-47AD-B66B-6DC0D781028A}" type="pres">
      <dgm:prSet presAssocID="{005E426E-B62B-4F1E-B24C-50A628FDFA79}" presName="FourNodes_2" presStyleLbl="node1" presStyleIdx="1" presStyleCnt="4">
        <dgm:presLayoutVars>
          <dgm:bulletEnabled val="1"/>
        </dgm:presLayoutVars>
      </dgm:prSet>
      <dgm:spPr/>
    </dgm:pt>
    <dgm:pt modelId="{512A51EF-15C8-4915-9A6C-719DCFC7A968}" type="pres">
      <dgm:prSet presAssocID="{005E426E-B62B-4F1E-B24C-50A628FDFA79}" presName="FourNodes_3" presStyleLbl="node1" presStyleIdx="2" presStyleCnt="4">
        <dgm:presLayoutVars>
          <dgm:bulletEnabled val="1"/>
        </dgm:presLayoutVars>
      </dgm:prSet>
      <dgm:spPr/>
    </dgm:pt>
    <dgm:pt modelId="{AFA6249D-5F45-4040-B446-3D292B514957}" type="pres">
      <dgm:prSet presAssocID="{005E426E-B62B-4F1E-B24C-50A628FDFA79}" presName="FourNodes_4" presStyleLbl="node1" presStyleIdx="3" presStyleCnt="4">
        <dgm:presLayoutVars>
          <dgm:bulletEnabled val="1"/>
        </dgm:presLayoutVars>
      </dgm:prSet>
      <dgm:spPr/>
    </dgm:pt>
    <dgm:pt modelId="{ECF0D2B5-7B42-4469-8354-710DDB41718C}" type="pres">
      <dgm:prSet presAssocID="{005E426E-B62B-4F1E-B24C-50A628FDFA79}" presName="FourConn_1-2" presStyleLbl="fgAccFollowNode1" presStyleIdx="0" presStyleCnt="3">
        <dgm:presLayoutVars>
          <dgm:bulletEnabled val="1"/>
        </dgm:presLayoutVars>
      </dgm:prSet>
      <dgm:spPr/>
    </dgm:pt>
    <dgm:pt modelId="{91716628-8FAF-4083-9259-C007A21B34DA}" type="pres">
      <dgm:prSet presAssocID="{005E426E-B62B-4F1E-B24C-50A628FDFA79}" presName="FourConn_2-3" presStyleLbl="fgAccFollowNode1" presStyleIdx="1" presStyleCnt="3">
        <dgm:presLayoutVars>
          <dgm:bulletEnabled val="1"/>
        </dgm:presLayoutVars>
      </dgm:prSet>
      <dgm:spPr/>
    </dgm:pt>
    <dgm:pt modelId="{C2F47FF3-28CE-4B63-AD88-FCB804CF0FE0}" type="pres">
      <dgm:prSet presAssocID="{005E426E-B62B-4F1E-B24C-50A628FDFA79}" presName="FourConn_3-4" presStyleLbl="fgAccFollowNode1" presStyleIdx="2" presStyleCnt="3">
        <dgm:presLayoutVars>
          <dgm:bulletEnabled val="1"/>
        </dgm:presLayoutVars>
      </dgm:prSet>
      <dgm:spPr/>
    </dgm:pt>
    <dgm:pt modelId="{56815E07-9128-4D5D-97A4-4D13D01E63A4}" type="pres">
      <dgm:prSet presAssocID="{005E426E-B62B-4F1E-B24C-50A628FDFA79}" presName="FourNodes_1_text" presStyleLbl="node1" presStyleIdx="3" presStyleCnt="4">
        <dgm:presLayoutVars>
          <dgm:bulletEnabled val="1"/>
        </dgm:presLayoutVars>
      </dgm:prSet>
      <dgm:spPr/>
    </dgm:pt>
    <dgm:pt modelId="{BABB5524-C24A-4389-B29A-2DB2F9B65406}" type="pres">
      <dgm:prSet presAssocID="{005E426E-B62B-4F1E-B24C-50A628FDFA79}" presName="FourNodes_2_text" presStyleLbl="node1" presStyleIdx="3" presStyleCnt="4">
        <dgm:presLayoutVars>
          <dgm:bulletEnabled val="1"/>
        </dgm:presLayoutVars>
      </dgm:prSet>
      <dgm:spPr/>
    </dgm:pt>
    <dgm:pt modelId="{F793F45B-D978-4FDC-AE05-FE20FF21F044}" type="pres">
      <dgm:prSet presAssocID="{005E426E-B62B-4F1E-B24C-50A628FDFA79}" presName="FourNodes_3_text" presStyleLbl="node1" presStyleIdx="3" presStyleCnt="4">
        <dgm:presLayoutVars>
          <dgm:bulletEnabled val="1"/>
        </dgm:presLayoutVars>
      </dgm:prSet>
      <dgm:spPr/>
    </dgm:pt>
    <dgm:pt modelId="{2CF113AD-E215-4D95-A167-FB4DE2E679A6}" type="pres">
      <dgm:prSet presAssocID="{005E426E-B62B-4F1E-B24C-50A628FDFA79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ACA32601-CCCA-4399-87C0-B3C1F7642749}" srcId="{005E426E-B62B-4F1E-B24C-50A628FDFA79}" destId="{1C35C609-AD76-40DF-8396-806B6A1A1D1D}" srcOrd="3" destOrd="0" parTransId="{DFB5D7F2-5E58-4C9B-9BF3-37834C7FBA09}" sibTransId="{9ABF09C8-7B00-4C2E-9322-94BAF2A8104E}"/>
    <dgm:cxn modelId="{12D0761E-2FEF-446D-B35A-370882BB9D83}" type="presOf" srcId="{6CDFF76B-39EF-43AF-984D-3D2C58244230}" destId="{1FB0EAF2-3184-4CF6-84B9-518638E565A6}" srcOrd="0" destOrd="0" presId="urn:microsoft.com/office/officeart/2005/8/layout/vProcess5"/>
    <dgm:cxn modelId="{8260B822-CDE8-499B-AA17-C30E39529101}" type="presOf" srcId="{C6047F56-2119-4522-8979-F1B45E657DAC}" destId="{C2F47FF3-28CE-4B63-AD88-FCB804CF0FE0}" srcOrd="0" destOrd="0" presId="urn:microsoft.com/office/officeart/2005/8/layout/vProcess5"/>
    <dgm:cxn modelId="{8F27BE67-C7B0-458A-BDC1-6A337BBDADAD}" type="presOf" srcId="{072B5D44-A26A-4EE6-B8DF-35E79F7B0B4A}" destId="{F793F45B-D978-4FDC-AE05-FE20FF21F044}" srcOrd="1" destOrd="0" presId="urn:microsoft.com/office/officeart/2005/8/layout/vProcess5"/>
    <dgm:cxn modelId="{C6159873-748A-474A-8642-291FF20B0DE5}" type="presOf" srcId="{1C35C609-AD76-40DF-8396-806B6A1A1D1D}" destId="{AFA6249D-5F45-4040-B446-3D292B514957}" srcOrd="0" destOrd="0" presId="urn:microsoft.com/office/officeart/2005/8/layout/vProcess5"/>
    <dgm:cxn modelId="{9570507E-250A-4850-A3AE-E22B9EB8E416}" srcId="{005E426E-B62B-4F1E-B24C-50A628FDFA79}" destId="{1ADEBBBE-3BAC-41C4-9980-360172DEA521}" srcOrd="1" destOrd="0" parTransId="{FB59FC38-EC8E-4417-B675-D450D707303A}" sibTransId="{21AD467F-EDF1-4E74-B229-37993579A677}"/>
    <dgm:cxn modelId="{2BD39983-9C78-4006-8C66-B7BDE3560808}" type="presOf" srcId="{1C35C609-AD76-40DF-8396-806B6A1A1D1D}" destId="{2CF113AD-E215-4D95-A167-FB4DE2E679A6}" srcOrd="1" destOrd="0" presId="urn:microsoft.com/office/officeart/2005/8/layout/vProcess5"/>
    <dgm:cxn modelId="{48E22D90-8270-40B1-948B-7C7B3DB1C33F}" srcId="{005E426E-B62B-4F1E-B24C-50A628FDFA79}" destId="{6CDFF76B-39EF-43AF-984D-3D2C58244230}" srcOrd="0" destOrd="0" parTransId="{DA28B3A1-0F61-42F3-835E-476446EF0CDB}" sibTransId="{4FFED261-5A05-4EF0-A030-103CB93B3105}"/>
    <dgm:cxn modelId="{C14AAC91-23F1-4D5F-BC45-CDA564493E04}" type="presOf" srcId="{21AD467F-EDF1-4E74-B229-37993579A677}" destId="{91716628-8FAF-4083-9259-C007A21B34DA}" srcOrd="0" destOrd="0" presId="urn:microsoft.com/office/officeart/2005/8/layout/vProcess5"/>
    <dgm:cxn modelId="{F748BC93-F07D-4CB1-923E-52ED9B55A7C9}" type="presOf" srcId="{6CDFF76B-39EF-43AF-984D-3D2C58244230}" destId="{56815E07-9128-4D5D-97A4-4D13D01E63A4}" srcOrd="1" destOrd="0" presId="urn:microsoft.com/office/officeart/2005/8/layout/vProcess5"/>
    <dgm:cxn modelId="{A0F71797-9A30-426C-91EB-D7CECE3187A4}" srcId="{005E426E-B62B-4F1E-B24C-50A628FDFA79}" destId="{072B5D44-A26A-4EE6-B8DF-35E79F7B0B4A}" srcOrd="2" destOrd="0" parTransId="{7B2B9811-4A16-430B-8117-B626CBF8FF6E}" sibTransId="{C6047F56-2119-4522-8979-F1B45E657DAC}"/>
    <dgm:cxn modelId="{F7D3EEAB-E4D4-4DF7-836B-7B2498A604B7}" type="presOf" srcId="{1ADEBBBE-3BAC-41C4-9980-360172DEA521}" destId="{BABB5524-C24A-4389-B29A-2DB2F9B65406}" srcOrd="1" destOrd="0" presId="urn:microsoft.com/office/officeart/2005/8/layout/vProcess5"/>
    <dgm:cxn modelId="{CA957FC8-3429-4DBB-A380-9030C46BE00A}" type="presOf" srcId="{4FFED261-5A05-4EF0-A030-103CB93B3105}" destId="{ECF0D2B5-7B42-4469-8354-710DDB41718C}" srcOrd="0" destOrd="0" presId="urn:microsoft.com/office/officeart/2005/8/layout/vProcess5"/>
    <dgm:cxn modelId="{EE80A4D4-019B-4AFD-A143-F356E4D9D5AF}" type="presOf" srcId="{072B5D44-A26A-4EE6-B8DF-35E79F7B0B4A}" destId="{512A51EF-15C8-4915-9A6C-719DCFC7A968}" srcOrd="0" destOrd="0" presId="urn:microsoft.com/office/officeart/2005/8/layout/vProcess5"/>
    <dgm:cxn modelId="{C196B2EC-3ADB-4D13-9E70-F7E50EFB082B}" type="presOf" srcId="{1ADEBBBE-3BAC-41C4-9980-360172DEA521}" destId="{30DEA766-3295-47AD-B66B-6DC0D781028A}" srcOrd="0" destOrd="0" presId="urn:microsoft.com/office/officeart/2005/8/layout/vProcess5"/>
    <dgm:cxn modelId="{DDE826ED-224E-4D5D-A4F4-79880DA041FE}" type="presOf" srcId="{005E426E-B62B-4F1E-B24C-50A628FDFA79}" destId="{0FBC996E-CB90-4C0F-8C6F-2D650442D516}" srcOrd="0" destOrd="0" presId="urn:microsoft.com/office/officeart/2005/8/layout/vProcess5"/>
    <dgm:cxn modelId="{97B5D97F-CF04-4AF5-8DC1-8CEEE839180D}" type="presParOf" srcId="{0FBC996E-CB90-4C0F-8C6F-2D650442D516}" destId="{60EE1BF6-0D40-4DD6-B27D-2B0EE2D7E0CF}" srcOrd="0" destOrd="0" presId="urn:microsoft.com/office/officeart/2005/8/layout/vProcess5"/>
    <dgm:cxn modelId="{5A901CA6-B451-4EF9-A0DC-A237E97F71FE}" type="presParOf" srcId="{0FBC996E-CB90-4C0F-8C6F-2D650442D516}" destId="{1FB0EAF2-3184-4CF6-84B9-518638E565A6}" srcOrd="1" destOrd="0" presId="urn:microsoft.com/office/officeart/2005/8/layout/vProcess5"/>
    <dgm:cxn modelId="{C66BD495-D3D0-4F08-A584-498BF3490E30}" type="presParOf" srcId="{0FBC996E-CB90-4C0F-8C6F-2D650442D516}" destId="{30DEA766-3295-47AD-B66B-6DC0D781028A}" srcOrd="2" destOrd="0" presId="urn:microsoft.com/office/officeart/2005/8/layout/vProcess5"/>
    <dgm:cxn modelId="{60CBE40E-9C97-4A30-86CE-3713A30281CD}" type="presParOf" srcId="{0FBC996E-CB90-4C0F-8C6F-2D650442D516}" destId="{512A51EF-15C8-4915-9A6C-719DCFC7A968}" srcOrd="3" destOrd="0" presId="urn:microsoft.com/office/officeart/2005/8/layout/vProcess5"/>
    <dgm:cxn modelId="{02E15DCF-0CCC-4C8E-9BD0-EEEFB08C774C}" type="presParOf" srcId="{0FBC996E-CB90-4C0F-8C6F-2D650442D516}" destId="{AFA6249D-5F45-4040-B446-3D292B514957}" srcOrd="4" destOrd="0" presId="urn:microsoft.com/office/officeart/2005/8/layout/vProcess5"/>
    <dgm:cxn modelId="{11C87D68-622A-4457-B126-0C4F4E64F6E3}" type="presParOf" srcId="{0FBC996E-CB90-4C0F-8C6F-2D650442D516}" destId="{ECF0D2B5-7B42-4469-8354-710DDB41718C}" srcOrd="5" destOrd="0" presId="urn:microsoft.com/office/officeart/2005/8/layout/vProcess5"/>
    <dgm:cxn modelId="{CF5E46EC-C592-41D9-88C1-D2164486EA6F}" type="presParOf" srcId="{0FBC996E-CB90-4C0F-8C6F-2D650442D516}" destId="{91716628-8FAF-4083-9259-C007A21B34DA}" srcOrd="6" destOrd="0" presId="urn:microsoft.com/office/officeart/2005/8/layout/vProcess5"/>
    <dgm:cxn modelId="{F210DF74-293F-4648-B7D2-770DEED04779}" type="presParOf" srcId="{0FBC996E-CB90-4C0F-8C6F-2D650442D516}" destId="{C2F47FF3-28CE-4B63-AD88-FCB804CF0FE0}" srcOrd="7" destOrd="0" presId="urn:microsoft.com/office/officeart/2005/8/layout/vProcess5"/>
    <dgm:cxn modelId="{BCF2D856-C82C-41F8-ACAB-D096FC9A3FFF}" type="presParOf" srcId="{0FBC996E-CB90-4C0F-8C6F-2D650442D516}" destId="{56815E07-9128-4D5D-97A4-4D13D01E63A4}" srcOrd="8" destOrd="0" presId="urn:microsoft.com/office/officeart/2005/8/layout/vProcess5"/>
    <dgm:cxn modelId="{405944BF-369B-4990-B688-5C426C1B9457}" type="presParOf" srcId="{0FBC996E-CB90-4C0F-8C6F-2D650442D516}" destId="{BABB5524-C24A-4389-B29A-2DB2F9B65406}" srcOrd="9" destOrd="0" presId="urn:microsoft.com/office/officeart/2005/8/layout/vProcess5"/>
    <dgm:cxn modelId="{31B26FE2-E6FC-42A0-BBA0-B2D593AEF6E4}" type="presParOf" srcId="{0FBC996E-CB90-4C0F-8C6F-2D650442D516}" destId="{F793F45B-D978-4FDC-AE05-FE20FF21F044}" srcOrd="10" destOrd="0" presId="urn:microsoft.com/office/officeart/2005/8/layout/vProcess5"/>
    <dgm:cxn modelId="{63F238D6-1DCC-4E33-A86E-B878FCE0612C}" type="presParOf" srcId="{0FBC996E-CB90-4C0F-8C6F-2D650442D516}" destId="{2CF113AD-E215-4D95-A167-FB4DE2E679A6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ED67E7C-1562-4C3F-9BC5-F590BD9B932C}">
      <dsp:nvSpPr>
        <dsp:cNvPr id="0" name=""/>
        <dsp:cNvSpPr/>
      </dsp:nvSpPr>
      <dsp:spPr>
        <a:xfrm>
          <a:off x="627750" y="664466"/>
          <a:ext cx="670359" cy="67035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C3BDD52-A134-4A25-9576-9517B6165ED4}">
      <dsp:nvSpPr>
        <dsp:cNvPr id="0" name=""/>
        <dsp:cNvSpPr/>
      </dsp:nvSpPr>
      <dsp:spPr>
        <a:xfrm>
          <a:off x="5273" y="1457972"/>
          <a:ext cx="1915312" cy="5925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1400" kern="1200"/>
            <a:t>BLIS (2016) and MLIS (2021) at University of Ibadan</a:t>
          </a:r>
          <a:endParaRPr lang="en-US" sz="1400" kern="1200"/>
        </a:p>
      </dsp:txBody>
      <dsp:txXfrm>
        <a:off x="5273" y="1457972"/>
        <a:ext cx="1915312" cy="592549"/>
      </dsp:txXfrm>
    </dsp:sp>
    <dsp:sp modelId="{E40AE131-4283-4AEC-8035-B3466AC5C456}">
      <dsp:nvSpPr>
        <dsp:cNvPr id="0" name=""/>
        <dsp:cNvSpPr/>
      </dsp:nvSpPr>
      <dsp:spPr>
        <a:xfrm>
          <a:off x="5273" y="2107799"/>
          <a:ext cx="1915312" cy="14205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7ECCC92-147D-40D3-84B3-B69B13E5D821}">
      <dsp:nvSpPr>
        <dsp:cNvPr id="0" name=""/>
        <dsp:cNvSpPr/>
      </dsp:nvSpPr>
      <dsp:spPr>
        <a:xfrm>
          <a:off x="2878242" y="664466"/>
          <a:ext cx="670359" cy="67035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20FB53E-AB83-4D37-9B18-162B64BC5369}">
      <dsp:nvSpPr>
        <dsp:cNvPr id="0" name=""/>
        <dsp:cNvSpPr/>
      </dsp:nvSpPr>
      <dsp:spPr>
        <a:xfrm>
          <a:off x="2255766" y="1457972"/>
          <a:ext cx="1915312" cy="5925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1400" kern="1200"/>
            <a:t>COVID-19 Transformation</a:t>
          </a:r>
          <a:endParaRPr lang="en-US" sz="1400" kern="1200"/>
        </a:p>
      </dsp:txBody>
      <dsp:txXfrm>
        <a:off x="2255766" y="1457972"/>
        <a:ext cx="1915312" cy="592549"/>
      </dsp:txXfrm>
    </dsp:sp>
    <dsp:sp modelId="{B109DB6D-0530-4E2B-92AC-B417C5B88839}">
      <dsp:nvSpPr>
        <dsp:cNvPr id="0" name=""/>
        <dsp:cNvSpPr/>
      </dsp:nvSpPr>
      <dsp:spPr>
        <a:xfrm>
          <a:off x="2255766" y="2107799"/>
          <a:ext cx="1915312" cy="14205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Computational Social Science (University of California, Davis)</a:t>
          </a:r>
          <a:endParaRPr lang="en-US" sz="1100" kern="1200"/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Python Programming (University of Michigan)</a:t>
          </a:r>
          <a:endParaRPr lang="en-US" sz="1100" kern="1200"/>
        </a:p>
      </dsp:txBody>
      <dsp:txXfrm>
        <a:off x="2255766" y="2107799"/>
        <a:ext cx="1915312" cy="1420539"/>
      </dsp:txXfrm>
    </dsp:sp>
    <dsp:sp modelId="{67B72309-8D28-4DC0-8361-DF72A0EE5252}">
      <dsp:nvSpPr>
        <dsp:cNvPr id="0" name=""/>
        <dsp:cNvSpPr/>
      </dsp:nvSpPr>
      <dsp:spPr>
        <a:xfrm>
          <a:off x="5128734" y="664466"/>
          <a:ext cx="670359" cy="67035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849F727-AC6C-4C7C-9B4C-A3988229B2EB}">
      <dsp:nvSpPr>
        <dsp:cNvPr id="0" name=""/>
        <dsp:cNvSpPr/>
      </dsp:nvSpPr>
      <dsp:spPr>
        <a:xfrm>
          <a:off x="4506258" y="1457972"/>
          <a:ext cx="1915312" cy="5925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1400" kern="1200"/>
            <a:t>Academic Librarian @ Federal Polytechnic Ayede</a:t>
          </a:r>
          <a:endParaRPr lang="en-US" sz="1400" kern="1200"/>
        </a:p>
      </dsp:txBody>
      <dsp:txXfrm>
        <a:off x="4506258" y="1457972"/>
        <a:ext cx="1915312" cy="592549"/>
      </dsp:txXfrm>
    </dsp:sp>
    <dsp:sp modelId="{703BC0E2-6BCC-48D2-9143-982DDFC9F2A2}">
      <dsp:nvSpPr>
        <dsp:cNvPr id="0" name=""/>
        <dsp:cNvSpPr/>
      </dsp:nvSpPr>
      <dsp:spPr>
        <a:xfrm>
          <a:off x="4506258" y="2107799"/>
          <a:ext cx="1915312" cy="14205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CBAB9FC-C855-49BF-9D80-CB60D0A654F4}">
      <dsp:nvSpPr>
        <dsp:cNvPr id="0" name=""/>
        <dsp:cNvSpPr/>
      </dsp:nvSpPr>
      <dsp:spPr>
        <a:xfrm>
          <a:off x="7379227" y="664466"/>
          <a:ext cx="670359" cy="67035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362021-E72F-4FC9-9358-E87451A47CF1}">
      <dsp:nvSpPr>
        <dsp:cNvPr id="0" name=""/>
        <dsp:cNvSpPr/>
      </dsp:nvSpPr>
      <dsp:spPr>
        <a:xfrm>
          <a:off x="6756750" y="1457972"/>
          <a:ext cx="1915312" cy="5925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1400" kern="1200"/>
            <a:t>Back to School (M.Sc. Applied Data Science) 2026</a:t>
          </a:r>
          <a:endParaRPr lang="en-US" sz="1400" kern="1200"/>
        </a:p>
      </dsp:txBody>
      <dsp:txXfrm>
        <a:off x="6756750" y="1457972"/>
        <a:ext cx="1915312" cy="592549"/>
      </dsp:txXfrm>
    </dsp:sp>
    <dsp:sp modelId="{DBF60AC8-294A-4EC7-BB9F-74BFAFC3C2B9}">
      <dsp:nvSpPr>
        <dsp:cNvPr id="0" name=""/>
        <dsp:cNvSpPr/>
      </dsp:nvSpPr>
      <dsp:spPr>
        <a:xfrm>
          <a:off x="6756750" y="2107799"/>
          <a:ext cx="1915312" cy="14205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74CF5AC-F6FA-4BA8-A68A-0A12609CB84A}">
      <dsp:nvSpPr>
        <dsp:cNvPr id="0" name=""/>
        <dsp:cNvSpPr/>
      </dsp:nvSpPr>
      <dsp:spPr>
        <a:xfrm>
          <a:off x="9629719" y="664466"/>
          <a:ext cx="670359" cy="67035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C1F239-7350-45F6-B1B2-873F35289CB2}">
      <dsp:nvSpPr>
        <dsp:cNvPr id="0" name=""/>
        <dsp:cNvSpPr/>
      </dsp:nvSpPr>
      <dsp:spPr>
        <a:xfrm>
          <a:off x="9007242" y="1457972"/>
          <a:ext cx="1915312" cy="5925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1400" kern="1200"/>
            <a:t>Awards and Recognitions:</a:t>
          </a:r>
          <a:endParaRPr lang="en-US" sz="1400" kern="1200"/>
        </a:p>
      </dsp:txBody>
      <dsp:txXfrm>
        <a:off x="9007242" y="1457972"/>
        <a:ext cx="1915312" cy="592549"/>
      </dsp:txXfrm>
    </dsp:sp>
    <dsp:sp modelId="{779605BE-BA8D-460C-A6A6-006D3DBA86E3}">
      <dsp:nvSpPr>
        <dsp:cNvPr id="0" name=""/>
        <dsp:cNvSpPr/>
      </dsp:nvSpPr>
      <dsp:spPr>
        <a:xfrm>
          <a:off x="9007242" y="2107799"/>
          <a:ext cx="1915312" cy="14205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2024 Fellow, Society for Scholarly Publishing</a:t>
          </a:r>
          <a:endParaRPr lang="en-US" sz="1100" kern="1200"/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2025 Fellow, NISO Global Online</a:t>
          </a:r>
          <a:endParaRPr lang="en-US" sz="1100" kern="1200"/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Tony Ruff Power BI Award</a:t>
          </a:r>
          <a:endParaRPr lang="en-US" sz="1100" kern="1200"/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2026 Accenture ExpoTees/Talent Best Data Science Presenter</a:t>
          </a:r>
          <a:endParaRPr lang="en-US" sz="1100" kern="1200"/>
        </a:p>
      </dsp:txBody>
      <dsp:txXfrm>
        <a:off x="9007242" y="2107799"/>
        <a:ext cx="1915312" cy="142053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89F4A38-CD53-4679-BAAF-3882C5E4113A}">
      <dsp:nvSpPr>
        <dsp:cNvPr id="0" name=""/>
        <dsp:cNvSpPr/>
      </dsp:nvSpPr>
      <dsp:spPr>
        <a:xfrm>
          <a:off x="0" y="675"/>
          <a:ext cx="6291714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88E64A-4C60-4EDE-A2E4-C3E850F6CE9E}">
      <dsp:nvSpPr>
        <dsp:cNvPr id="0" name=""/>
        <dsp:cNvSpPr/>
      </dsp:nvSpPr>
      <dsp:spPr>
        <a:xfrm>
          <a:off x="0" y="675"/>
          <a:ext cx="6291714" cy="7899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100" kern="1200"/>
            <a:t>Library Data</a:t>
          </a:r>
          <a:endParaRPr lang="en-US" sz="3100" kern="1200"/>
        </a:p>
      </dsp:txBody>
      <dsp:txXfrm>
        <a:off x="0" y="675"/>
        <a:ext cx="6291714" cy="789912"/>
      </dsp:txXfrm>
    </dsp:sp>
    <dsp:sp modelId="{F53E2BF9-188E-4C35-8D03-E03111F2DE44}">
      <dsp:nvSpPr>
        <dsp:cNvPr id="0" name=""/>
        <dsp:cNvSpPr/>
      </dsp:nvSpPr>
      <dsp:spPr>
        <a:xfrm>
          <a:off x="0" y="790587"/>
          <a:ext cx="6291714" cy="0"/>
        </a:xfrm>
        <a:prstGeom prst="line">
          <a:avLst/>
        </a:prstGeom>
        <a:solidFill>
          <a:schemeClr val="accent2">
            <a:hueOff val="1073936"/>
            <a:satOff val="-3082"/>
            <a:lumOff val="-4935"/>
            <a:alphaOff val="0"/>
          </a:schemeClr>
        </a:solidFill>
        <a:ln w="19050" cap="flat" cmpd="sng" algn="ctr">
          <a:solidFill>
            <a:schemeClr val="accent2">
              <a:hueOff val="1073936"/>
              <a:satOff val="-3082"/>
              <a:lumOff val="-493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72B2469-8F02-4DDB-AA8D-E1A43C1BB530}">
      <dsp:nvSpPr>
        <dsp:cNvPr id="0" name=""/>
        <dsp:cNvSpPr/>
      </dsp:nvSpPr>
      <dsp:spPr>
        <a:xfrm>
          <a:off x="0" y="790587"/>
          <a:ext cx="6291714" cy="7899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100" kern="1200"/>
            <a:t>Data Manipulation</a:t>
          </a:r>
          <a:endParaRPr lang="en-US" sz="3100" kern="1200"/>
        </a:p>
      </dsp:txBody>
      <dsp:txXfrm>
        <a:off x="0" y="790587"/>
        <a:ext cx="6291714" cy="789912"/>
      </dsp:txXfrm>
    </dsp:sp>
    <dsp:sp modelId="{0F94A73E-6DFB-4BF1-A863-701CEA41C5E8}">
      <dsp:nvSpPr>
        <dsp:cNvPr id="0" name=""/>
        <dsp:cNvSpPr/>
      </dsp:nvSpPr>
      <dsp:spPr>
        <a:xfrm>
          <a:off x="0" y="1580499"/>
          <a:ext cx="6291714" cy="0"/>
        </a:xfrm>
        <a:prstGeom prst="line">
          <a:avLst/>
        </a:prstGeom>
        <a:solidFill>
          <a:schemeClr val="accent2">
            <a:hueOff val="2147871"/>
            <a:satOff val="-6164"/>
            <a:lumOff val="-9870"/>
            <a:alphaOff val="0"/>
          </a:schemeClr>
        </a:solidFill>
        <a:ln w="1905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21F534E-211C-436C-BA14-982C169E5B67}">
      <dsp:nvSpPr>
        <dsp:cNvPr id="0" name=""/>
        <dsp:cNvSpPr/>
      </dsp:nvSpPr>
      <dsp:spPr>
        <a:xfrm>
          <a:off x="0" y="1580499"/>
          <a:ext cx="6291714" cy="7899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100" kern="1200"/>
            <a:t>Explorative Data Analysis</a:t>
          </a:r>
          <a:endParaRPr lang="en-US" sz="3100" kern="1200"/>
        </a:p>
      </dsp:txBody>
      <dsp:txXfrm>
        <a:off x="0" y="1580499"/>
        <a:ext cx="6291714" cy="789912"/>
      </dsp:txXfrm>
    </dsp:sp>
    <dsp:sp modelId="{965D21CE-993C-4AEB-9AB3-5018B595B55E}">
      <dsp:nvSpPr>
        <dsp:cNvPr id="0" name=""/>
        <dsp:cNvSpPr/>
      </dsp:nvSpPr>
      <dsp:spPr>
        <a:xfrm>
          <a:off x="0" y="2370411"/>
          <a:ext cx="6291714" cy="0"/>
        </a:xfrm>
        <a:prstGeom prst="line">
          <a:avLst/>
        </a:prstGeom>
        <a:solidFill>
          <a:schemeClr val="accent2">
            <a:hueOff val="3221807"/>
            <a:satOff val="-9246"/>
            <a:lumOff val="-14805"/>
            <a:alphaOff val="0"/>
          </a:schemeClr>
        </a:solidFill>
        <a:ln w="19050" cap="flat" cmpd="sng" algn="ctr">
          <a:solidFill>
            <a:schemeClr val="accent2">
              <a:hueOff val="3221807"/>
              <a:satOff val="-9246"/>
              <a:lumOff val="-1480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DCE17E-8DCC-436A-9B10-B4C6F8B8F68C}">
      <dsp:nvSpPr>
        <dsp:cNvPr id="0" name=""/>
        <dsp:cNvSpPr/>
      </dsp:nvSpPr>
      <dsp:spPr>
        <a:xfrm>
          <a:off x="0" y="2370411"/>
          <a:ext cx="6291714" cy="7899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100" kern="1200"/>
            <a:t>Data Modeling &amp; Transformation</a:t>
          </a:r>
          <a:endParaRPr lang="en-US" sz="3100" kern="1200"/>
        </a:p>
      </dsp:txBody>
      <dsp:txXfrm>
        <a:off x="0" y="2370411"/>
        <a:ext cx="6291714" cy="789912"/>
      </dsp:txXfrm>
    </dsp:sp>
    <dsp:sp modelId="{CCF2583C-A2C4-4C28-BBE7-E3FC42DB578E}">
      <dsp:nvSpPr>
        <dsp:cNvPr id="0" name=""/>
        <dsp:cNvSpPr/>
      </dsp:nvSpPr>
      <dsp:spPr>
        <a:xfrm>
          <a:off x="0" y="3160323"/>
          <a:ext cx="6291714" cy="0"/>
        </a:xfrm>
        <a:prstGeom prst="line">
          <a:avLst/>
        </a:prstGeom>
        <a:solidFill>
          <a:schemeClr val="accent2">
            <a:hueOff val="4295743"/>
            <a:satOff val="-12329"/>
            <a:lumOff val="-19739"/>
            <a:alphaOff val="0"/>
          </a:schemeClr>
        </a:solidFill>
        <a:ln w="19050" cap="flat" cmpd="sng" algn="ctr">
          <a:solidFill>
            <a:schemeClr val="accent2">
              <a:hueOff val="4295743"/>
              <a:satOff val="-12329"/>
              <a:lumOff val="-1973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1296F0-807C-450E-AB18-A7088AA59FDA}">
      <dsp:nvSpPr>
        <dsp:cNvPr id="0" name=""/>
        <dsp:cNvSpPr/>
      </dsp:nvSpPr>
      <dsp:spPr>
        <a:xfrm>
          <a:off x="0" y="3160323"/>
          <a:ext cx="6291714" cy="7899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100" kern="1200"/>
            <a:t>Dashboard Design &amp; Storytelling</a:t>
          </a:r>
          <a:endParaRPr lang="en-US" sz="3100" kern="1200"/>
        </a:p>
      </dsp:txBody>
      <dsp:txXfrm>
        <a:off x="0" y="3160323"/>
        <a:ext cx="6291714" cy="789912"/>
      </dsp:txXfrm>
    </dsp:sp>
    <dsp:sp modelId="{43571B30-B496-4025-A419-923DD45FD83C}">
      <dsp:nvSpPr>
        <dsp:cNvPr id="0" name=""/>
        <dsp:cNvSpPr/>
      </dsp:nvSpPr>
      <dsp:spPr>
        <a:xfrm>
          <a:off x="0" y="3950235"/>
          <a:ext cx="6291714" cy="0"/>
        </a:xfrm>
        <a:prstGeom prst="line">
          <a:avLst/>
        </a:prstGeom>
        <a:solidFill>
          <a:schemeClr val="accent2">
            <a:hueOff val="5369678"/>
            <a:satOff val="-15411"/>
            <a:lumOff val="-24674"/>
            <a:alphaOff val="0"/>
          </a:schemeClr>
        </a:solidFill>
        <a:ln w="19050" cap="flat" cmpd="sng" algn="ctr">
          <a:solidFill>
            <a:schemeClr val="accent2">
              <a:hueOff val="5369678"/>
              <a:satOff val="-15411"/>
              <a:lumOff val="-24674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DA61F0C-4B19-4798-904D-BA81DD91B8B4}">
      <dsp:nvSpPr>
        <dsp:cNvPr id="0" name=""/>
        <dsp:cNvSpPr/>
      </dsp:nvSpPr>
      <dsp:spPr>
        <a:xfrm>
          <a:off x="0" y="3950235"/>
          <a:ext cx="6291714" cy="7899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100" kern="1200"/>
            <a:t>Advanced Analytics &amp; Coding</a:t>
          </a:r>
          <a:endParaRPr lang="en-US" sz="3100" kern="1200"/>
        </a:p>
      </dsp:txBody>
      <dsp:txXfrm>
        <a:off x="0" y="3950235"/>
        <a:ext cx="6291714" cy="789912"/>
      </dsp:txXfrm>
    </dsp:sp>
    <dsp:sp modelId="{F9AA2410-4E47-4F81-8528-3A13F267E1C6}">
      <dsp:nvSpPr>
        <dsp:cNvPr id="0" name=""/>
        <dsp:cNvSpPr/>
      </dsp:nvSpPr>
      <dsp:spPr>
        <a:xfrm>
          <a:off x="0" y="4740147"/>
          <a:ext cx="6291714" cy="0"/>
        </a:xfrm>
        <a:prstGeom prst="line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13E551-F134-4F8D-B6C7-EAF1BE5885ED}">
      <dsp:nvSpPr>
        <dsp:cNvPr id="0" name=""/>
        <dsp:cNvSpPr/>
      </dsp:nvSpPr>
      <dsp:spPr>
        <a:xfrm>
          <a:off x="0" y="4740147"/>
          <a:ext cx="6291714" cy="7899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100" kern="1200"/>
            <a:t>AI Integration &amp; Strategic Reporting</a:t>
          </a:r>
          <a:endParaRPr lang="en-US" sz="3100" kern="1200"/>
        </a:p>
      </dsp:txBody>
      <dsp:txXfrm>
        <a:off x="0" y="4740147"/>
        <a:ext cx="6291714" cy="78991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B0EAF2-3184-4CF6-84B9-518638E565A6}">
      <dsp:nvSpPr>
        <dsp:cNvPr id="0" name=""/>
        <dsp:cNvSpPr/>
      </dsp:nvSpPr>
      <dsp:spPr>
        <a:xfrm>
          <a:off x="0" y="0"/>
          <a:ext cx="8412480" cy="95729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6210" tIns="156210" rIns="156210" bIns="156210" numCol="1" spcCol="1270" anchor="ctr" anchorCtr="0">
          <a:noAutofit/>
        </a:bodyPr>
        <a:lstStyle/>
        <a:p>
          <a:pPr marL="0" lvl="0" indent="0" algn="l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4100" kern="1200"/>
            <a:t>Microsoft Excel</a:t>
          </a:r>
          <a:endParaRPr lang="en-US" sz="4100" kern="1200"/>
        </a:p>
      </dsp:txBody>
      <dsp:txXfrm>
        <a:off x="28038" y="28038"/>
        <a:ext cx="7298593" cy="901218"/>
      </dsp:txXfrm>
    </dsp:sp>
    <dsp:sp modelId="{30DEA766-3295-47AD-B66B-6DC0D781028A}">
      <dsp:nvSpPr>
        <dsp:cNvPr id="0" name=""/>
        <dsp:cNvSpPr/>
      </dsp:nvSpPr>
      <dsp:spPr>
        <a:xfrm>
          <a:off x="704545" y="1131347"/>
          <a:ext cx="8412480" cy="95729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2147871"/>
                <a:satOff val="-6164"/>
                <a:lumOff val="-987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2147871"/>
                <a:satOff val="-6164"/>
                <a:lumOff val="-987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2147871"/>
                <a:satOff val="-6164"/>
                <a:lumOff val="-987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6210" tIns="156210" rIns="156210" bIns="156210" numCol="1" spcCol="1270" anchor="ctr" anchorCtr="0">
          <a:noAutofit/>
        </a:bodyPr>
        <a:lstStyle/>
        <a:p>
          <a:pPr marL="0" lvl="0" indent="0" algn="l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4100" kern="1200"/>
            <a:t>Power BI</a:t>
          </a:r>
          <a:endParaRPr lang="en-US" sz="4100" kern="1200"/>
        </a:p>
      </dsp:txBody>
      <dsp:txXfrm>
        <a:off x="732583" y="1159385"/>
        <a:ext cx="7029617" cy="901218"/>
      </dsp:txXfrm>
    </dsp:sp>
    <dsp:sp modelId="{512A51EF-15C8-4915-9A6C-719DCFC7A968}">
      <dsp:nvSpPr>
        <dsp:cNvPr id="0" name=""/>
        <dsp:cNvSpPr/>
      </dsp:nvSpPr>
      <dsp:spPr>
        <a:xfrm>
          <a:off x="1398574" y="2262695"/>
          <a:ext cx="8412480" cy="95729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4295743"/>
                <a:satOff val="-12329"/>
                <a:lumOff val="-1973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4295743"/>
                <a:satOff val="-12329"/>
                <a:lumOff val="-1973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4295743"/>
                <a:satOff val="-12329"/>
                <a:lumOff val="-1973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6210" tIns="156210" rIns="156210" bIns="156210" numCol="1" spcCol="1270" anchor="ctr" anchorCtr="0">
          <a:noAutofit/>
        </a:bodyPr>
        <a:lstStyle/>
        <a:p>
          <a:pPr marL="0" lvl="0" indent="0" algn="l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4100" kern="1200"/>
            <a:t>Python and/or SQL</a:t>
          </a:r>
          <a:endParaRPr lang="en-US" sz="4100" kern="1200"/>
        </a:p>
      </dsp:txBody>
      <dsp:txXfrm>
        <a:off x="1426612" y="2290733"/>
        <a:ext cx="7040133" cy="901218"/>
      </dsp:txXfrm>
    </dsp:sp>
    <dsp:sp modelId="{AFA6249D-5F45-4040-B446-3D292B514957}">
      <dsp:nvSpPr>
        <dsp:cNvPr id="0" name=""/>
        <dsp:cNvSpPr/>
      </dsp:nvSpPr>
      <dsp:spPr>
        <a:xfrm>
          <a:off x="2103119" y="3394043"/>
          <a:ext cx="8412480" cy="95729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6210" tIns="156210" rIns="156210" bIns="156210" numCol="1" spcCol="1270" anchor="ctr" anchorCtr="0">
          <a:noAutofit/>
        </a:bodyPr>
        <a:lstStyle/>
        <a:p>
          <a:pPr marL="0" lvl="0" indent="0" algn="l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4100" kern="1200"/>
            <a:t>JavaScript and d3js</a:t>
          </a:r>
          <a:endParaRPr lang="en-US" sz="4100" kern="1200"/>
        </a:p>
      </dsp:txBody>
      <dsp:txXfrm>
        <a:off x="2131157" y="3422081"/>
        <a:ext cx="7029617" cy="901218"/>
      </dsp:txXfrm>
    </dsp:sp>
    <dsp:sp modelId="{ECF0D2B5-7B42-4469-8354-710DDB41718C}">
      <dsp:nvSpPr>
        <dsp:cNvPr id="0" name=""/>
        <dsp:cNvSpPr/>
      </dsp:nvSpPr>
      <dsp:spPr>
        <a:xfrm>
          <a:off x="7790238" y="733200"/>
          <a:ext cx="622241" cy="622241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800" kern="1200"/>
        </a:p>
      </dsp:txBody>
      <dsp:txXfrm>
        <a:off x="7930242" y="733200"/>
        <a:ext cx="342233" cy="468236"/>
      </dsp:txXfrm>
    </dsp:sp>
    <dsp:sp modelId="{91716628-8FAF-4083-9259-C007A21B34DA}">
      <dsp:nvSpPr>
        <dsp:cNvPr id="0" name=""/>
        <dsp:cNvSpPr/>
      </dsp:nvSpPr>
      <dsp:spPr>
        <a:xfrm>
          <a:off x="8494783" y="1864548"/>
          <a:ext cx="622241" cy="622241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3367359"/>
            <a:satOff val="-31116"/>
            <a:lumOff val="-3508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3367359"/>
              <a:satOff val="-31116"/>
              <a:lumOff val="-3508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800" kern="1200"/>
        </a:p>
      </dsp:txBody>
      <dsp:txXfrm>
        <a:off x="8634787" y="1864548"/>
        <a:ext cx="342233" cy="468236"/>
      </dsp:txXfrm>
    </dsp:sp>
    <dsp:sp modelId="{C2F47FF3-28CE-4B63-AD88-FCB804CF0FE0}">
      <dsp:nvSpPr>
        <dsp:cNvPr id="0" name=""/>
        <dsp:cNvSpPr/>
      </dsp:nvSpPr>
      <dsp:spPr>
        <a:xfrm>
          <a:off x="9188813" y="2995896"/>
          <a:ext cx="622241" cy="622241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6734718"/>
            <a:satOff val="-62232"/>
            <a:lumOff val="-7015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6734718"/>
              <a:satOff val="-62232"/>
              <a:lumOff val="-701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800" kern="1200"/>
        </a:p>
      </dsp:txBody>
      <dsp:txXfrm>
        <a:off x="9328817" y="2995896"/>
        <a:ext cx="342233" cy="46823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B5AF1-70C0-73AA-2B6F-517D0ACFE9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93C542-DAB9-3548-F6FA-D9710EA8E9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CEBEA-A035-97E0-9605-7D3B35BE4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06FA-CF31-4A95-AC11-87C47C013A08}" type="datetimeFigureOut">
              <a:rPr lang="en-GB" smtClean="0"/>
              <a:t>22/07/2026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494E61-4FB1-C210-C129-39BBF5800E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D1A038-3334-0265-7AF0-F512278CD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F2CB7-A1D1-44C6-AE91-4B0492DF1D2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9956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EFCDE-A94B-E15A-62A9-3B0697175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C4D5D4-0474-8ACE-4F10-E85BFC0C77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557333-A298-25D7-B9BB-091DFE771F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06FA-CF31-4A95-AC11-87C47C013A08}" type="datetimeFigureOut">
              <a:rPr lang="en-GB" smtClean="0"/>
              <a:t>22/07/2026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9CA742-E830-7328-CCF9-7B30388CA5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B2C828-BD2E-7211-4F37-09E4DC9D5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F2CB7-A1D1-44C6-AE91-4B0492DF1D2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2845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45AEE-E78E-FF36-59F5-A9812C1B5A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2819AC-28CD-4B94-6B3F-4E31CDF203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67F47E-38B3-1A4C-F23F-4FD098BE7F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06FA-CF31-4A95-AC11-87C47C013A08}" type="datetimeFigureOut">
              <a:rPr lang="en-GB" smtClean="0"/>
              <a:t>22/07/2026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F32B56-0FB7-A87B-6B3B-D26E89EA8D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43F7C3-24FC-2D9B-3B81-CE16509BB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F2CB7-A1D1-44C6-AE91-4B0492DF1D2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2520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ABE5E1-8EFF-31E5-32CF-2D5262D6C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F051F8-B2E4-8B44-9A73-DDCBE743C56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ECC1C0-9C48-672C-E455-1656AD723D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42DBD4-86F9-39F1-68BD-EB367B2B3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06FA-CF31-4A95-AC11-87C47C013A08}" type="datetimeFigureOut">
              <a:rPr lang="en-GB" smtClean="0"/>
              <a:t>22/07/2026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C283C2-8DBD-8570-1673-21FCD39FEF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B0A63D-28B1-6509-0EC1-8BBBE8DFD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F2CB7-A1D1-44C6-AE91-4B0492DF1D2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99339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EBE30-60E0-7F23-FD85-91C20730BF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BCFD47-CEC7-B2D2-6573-7173B03BD3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FA276E-3AA0-4E77-885D-D20FE21180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5116C6A-7E2D-7000-CE39-163C929ECD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2EA3D41-6390-4627-F85C-44C8F87B899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05AFF40-3B77-91D4-A5FC-4BD5D1B7C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06FA-CF31-4A95-AC11-87C47C013A08}" type="datetimeFigureOut">
              <a:rPr lang="en-GB" smtClean="0"/>
              <a:t>22/07/2026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15D6BB-F2F3-CA34-F999-92F6A9A6BB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AAF2F8-D4E5-F42F-392B-9F136DF94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F2CB7-A1D1-44C6-AE91-4B0492DF1D2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3300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5D112-A6D1-DBE2-EB6B-476D22D41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EE6FB1-BF15-98E6-A97B-B137281E83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06FA-CF31-4A95-AC11-87C47C013A08}" type="datetimeFigureOut">
              <a:rPr lang="en-GB" smtClean="0"/>
              <a:t>22/07/2026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9B4918-D3EF-518F-78F8-9A180C109A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9495DF-1199-A6A2-1789-CA3A8D853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F2CB7-A1D1-44C6-AE91-4B0492DF1D2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4329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7EF5ED9-F753-128C-8BDC-85C9C404EC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06FA-CF31-4A95-AC11-87C47C013A08}" type="datetimeFigureOut">
              <a:rPr lang="en-GB" smtClean="0"/>
              <a:t>22/07/2026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F4C9DA-7522-6457-0E9F-8C69261E3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B3132C-6911-2C45-6B37-7C57DE952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F2CB7-A1D1-44C6-AE91-4B0492DF1D2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42423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AED3E2-2352-AC80-DA40-EF7E46CF84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25252A-1C05-0497-91D2-8B8C4AFD01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F02B7D-2EE4-023F-B218-40AB654293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E22FE1-E83E-3F52-EF46-D75EA56437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06FA-CF31-4A95-AC11-87C47C013A08}" type="datetimeFigureOut">
              <a:rPr lang="en-GB" smtClean="0"/>
              <a:t>22/07/2026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C19BDD-0D2E-5B92-77A3-9AB7D15833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E0B12B-59CF-F7DB-39ED-E54DC69B2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F2CB7-A1D1-44C6-AE91-4B0492DF1D2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30874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2E73A0-FEC3-E132-A87C-AF26A40E82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CF696D-CA1D-BBD5-10F2-FB60DC9684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8D229C-0250-677E-343D-C0438DDC1D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D925D1-E242-27CC-C531-AE3D0E86E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06FA-CF31-4A95-AC11-87C47C013A08}" type="datetimeFigureOut">
              <a:rPr lang="en-GB" smtClean="0"/>
              <a:t>22/07/2026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DEC530-CE99-24A1-D10A-D72781C403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C76964-8004-C29B-59E7-7CD461169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F2CB7-A1D1-44C6-AE91-4B0492DF1D2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89207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7D7CCF-D0AD-9AA4-670A-A6553CEDC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F19CB18-AD69-D661-218F-2FAB605991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13C33B-1AA9-D9D3-D734-625BFDB2D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06FA-CF31-4A95-AC11-87C47C013A08}" type="datetimeFigureOut">
              <a:rPr lang="en-GB" smtClean="0"/>
              <a:t>22/07/2026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06BB36-9C74-73E0-107F-80BC13571F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84D685-B06B-6ECA-9B65-19BEE1F0C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F2CB7-A1D1-44C6-AE91-4B0492DF1D2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694753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436BBBA-672D-1D16-6C39-289ECEB22C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AC218F-A2E8-81CD-2D03-18BA1D084A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D42642-03F5-8827-227B-3432E55C5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5A06FA-CF31-4A95-AC11-87C47C013A08}" type="datetimeFigureOut">
              <a:rPr lang="en-GB" smtClean="0"/>
              <a:t>22/07/2026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101C27-6288-DBDD-67E0-5F2FF7C75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F7A88-0276-2936-C854-EBC744F4D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F2CB7-A1D1-44C6-AE91-4B0492DF1D2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46446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8A5B7B-7D7C-7CF6-74DB-92F297568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13662A-C421-69FA-FB02-1AF5197067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F33D73-0124-B46B-09C4-28008B7049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5A06FA-CF31-4A95-AC11-87C47C013A08}" type="datetimeFigureOut">
              <a:rPr lang="en-GB" smtClean="0"/>
              <a:t>22/07/2026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8486B2-72C1-FABF-6257-91F2F7CE2B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19693B-8B11-72EA-72D4-59EF73CCF8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9F2CB7-A1D1-44C6-AE91-4B0492DF1D2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7660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jabuka/LibraryXAfrica-Library_Data_Analysis_and_Management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Calculator and folders">
            <a:extLst>
              <a:ext uri="{FF2B5EF4-FFF2-40B4-BE49-F238E27FC236}">
                <a16:creationId xmlns:a16="http://schemas.microsoft.com/office/drawing/2014/main" id="{E71E7B78-6F58-0895-5A94-AD7296D4487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15583" b="2300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A42EE53-0FB3-9332-1AAD-9D9CFEE266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7860" y="149942"/>
            <a:ext cx="11709678" cy="2900518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rgbClr val="FFFFFF"/>
                </a:solidFill>
              </a:rPr>
              <a:t>Library Data Analysis &amp; Management Course</a:t>
            </a:r>
            <a:endParaRPr lang="en-GB" dirty="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A94842-F838-3472-5818-317A949E44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859" y="3200401"/>
            <a:ext cx="11709677" cy="3411413"/>
          </a:xfrm>
        </p:spPr>
        <p:txBody>
          <a:bodyPr>
            <a:normAutofit/>
          </a:bodyPr>
          <a:lstStyle/>
          <a:p>
            <a:endParaRPr lang="en-GB" sz="600" b="1" dirty="0">
              <a:solidFill>
                <a:srgbClr val="FFFFFF"/>
              </a:solidFill>
            </a:endParaRPr>
          </a:p>
          <a:p>
            <a:endParaRPr lang="en-GB" sz="600" b="1" dirty="0">
              <a:solidFill>
                <a:srgbClr val="FFFFFF"/>
              </a:solidFill>
            </a:endParaRPr>
          </a:p>
          <a:p>
            <a:r>
              <a:rPr lang="en-GB" sz="4000" b="1" dirty="0">
                <a:solidFill>
                  <a:srgbClr val="FFFFFF"/>
                </a:solidFill>
              </a:rPr>
              <a:t>Introductory Class</a:t>
            </a:r>
            <a:endParaRPr lang="en-GB" sz="600" b="1" dirty="0">
              <a:solidFill>
                <a:srgbClr val="FFFFFF"/>
              </a:solidFill>
            </a:endParaRPr>
          </a:p>
          <a:p>
            <a:endParaRPr lang="en-GB" sz="600" dirty="0">
              <a:solidFill>
                <a:srgbClr val="FFFFFF"/>
              </a:solidFill>
            </a:endParaRPr>
          </a:p>
          <a:p>
            <a:r>
              <a:rPr lang="en-GB" sz="2800" dirty="0">
                <a:solidFill>
                  <a:srgbClr val="FFFFFF"/>
                </a:solidFill>
              </a:rPr>
              <a:t>by</a:t>
            </a:r>
          </a:p>
          <a:p>
            <a:endParaRPr lang="en-GB" sz="2800" dirty="0">
              <a:solidFill>
                <a:srgbClr val="FFFFFF"/>
              </a:solidFill>
            </a:endParaRPr>
          </a:p>
          <a:p>
            <a:r>
              <a:rPr lang="en-GB" sz="2800" dirty="0">
                <a:solidFill>
                  <a:srgbClr val="FFFFFF"/>
                </a:solidFill>
              </a:rPr>
              <a:t>Jesubukade Ajakaye</a:t>
            </a:r>
          </a:p>
        </p:txBody>
      </p:sp>
    </p:spTree>
    <p:extLst>
      <p:ext uri="{BB962C8B-B14F-4D97-AF65-F5344CB8AC3E}">
        <p14:creationId xmlns:p14="http://schemas.microsoft.com/office/powerpoint/2010/main" val="22908476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BF394C4-3BB6-B2D8-846F-86E98C35EF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GB" sz="4000" dirty="0">
                <a:solidFill>
                  <a:srgbClr val="FFFFFF"/>
                </a:solidFill>
              </a:rPr>
              <a:t>A bit about me…</a:t>
            </a:r>
          </a:p>
        </p:txBody>
      </p:sp>
      <p:graphicFrame>
        <p:nvGraphicFramePr>
          <p:cNvPr id="44" name="Content Placeholder 2">
            <a:extLst>
              <a:ext uri="{FF2B5EF4-FFF2-40B4-BE49-F238E27FC236}">
                <a16:creationId xmlns:a16="http://schemas.microsoft.com/office/drawing/2014/main" id="{4A54D5F8-693B-2874-ED5C-8D0EBCC55C0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44907005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876558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837543A-6020-4505-A233-C9DB4BF740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A4F835-1539-F85A-BA67-AA7254EBD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558489" cy="1325563"/>
          </a:xfrm>
        </p:spPr>
        <p:txBody>
          <a:bodyPr>
            <a:normAutofit/>
          </a:bodyPr>
          <a:lstStyle/>
          <a:p>
            <a:r>
              <a:rPr lang="en-GB" dirty="0"/>
              <a:t>A few Important Info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5B16301-FB18-48BA-A6DD-C37CAF6F9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3ADC5C-CA5D-97D2-BCA5-3AAB408B73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58489" cy="4351338"/>
          </a:xfrm>
        </p:spPr>
        <p:txBody>
          <a:bodyPr>
            <a:normAutofit/>
          </a:bodyPr>
          <a:lstStyle/>
          <a:p>
            <a:endParaRPr lang="en-GB" dirty="0"/>
          </a:p>
          <a:p>
            <a:r>
              <a:rPr lang="en-GB" dirty="0"/>
              <a:t>Course page: </a:t>
            </a:r>
            <a:r>
              <a:rPr lang="en-GB" dirty="0">
                <a:hlinkClick r:id="rId2"/>
              </a:rPr>
              <a:t>GitHub</a:t>
            </a:r>
            <a:endParaRPr lang="en-GB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3C0D90E-074A-4F52-9B11-B52BEF4B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Block Arc 13">
            <a:extLst>
              <a:ext uri="{FF2B5EF4-FFF2-40B4-BE49-F238E27FC236}">
                <a16:creationId xmlns:a16="http://schemas.microsoft.com/office/drawing/2014/main" id="{CABBD4C1-E6F8-46F6-8152-A8A97490B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18531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3BA5EF5-1FE9-4BF9-83BB-269BCDDF61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B3BCACB-5880-460B-9606-8C433A9AF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88853921-7BC9-4BDE-ACAB-133C683C8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09192968-3AE7-4470-A61C-97294BB927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AB72E55-43E4-4356-BFE8-E2102CB0B5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84244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DBC8166-481C-4473-95F5-9A5B9073B7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5A5CE6E-90AF-4D43-A014-1F9EC83EB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4512467" cy="6858000"/>
          </a:xfrm>
          <a:custGeom>
            <a:avLst/>
            <a:gdLst>
              <a:gd name="connsiteX0" fmla="*/ 0 w 4512467"/>
              <a:gd name="connsiteY0" fmla="*/ 0 h 6858000"/>
              <a:gd name="connsiteX1" fmla="*/ 2579526 w 4512467"/>
              <a:gd name="connsiteY1" fmla="*/ 0 h 6858000"/>
              <a:gd name="connsiteX2" fmla="*/ 2583267 w 4512467"/>
              <a:gd name="connsiteY2" fmla="*/ 2151 h 6858000"/>
              <a:gd name="connsiteX3" fmla="*/ 4512467 w 4512467"/>
              <a:gd name="connsiteY3" fmla="*/ 3429000 h 6858000"/>
              <a:gd name="connsiteX4" fmla="*/ 2583267 w 4512467"/>
              <a:gd name="connsiteY4" fmla="*/ 6855849 h 6858000"/>
              <a:gd name="connsiteX5" fmla="*/ 2579526 w 4512467"/>
              <a:gd name="connsiteY5" fmla="*/ 6858000 h 6858000"/>
              <a:gd name="connsiteX6" fmla="*/ 0 w 451246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12467" h="6858000">
                <a:moveTo>
                  <a:pt x="0" y="0"/>
                </a:moveTo>
                <a:lnTo>
                  <a:pt x="2579526" y="0"/>
                </a:lnTo>
                <a:lnTo>
                  <a:pt x="2583267" y="2151"/>
                </a:lnTo>
                <a:cubicBezTo>
                  <a:pt x="3739868" y="704919"/>
                  <a:pt x="4512467" y="1976735"/>
                  <a:pt x="4512467" y="3429000"/>
                </a:cubicBezTo>
                <a:cubicBezTo>
                  <a:pt x="4512467" y="4881266"/>
                  <a:pt x="3739868" y="6153081"/>
                  <a:pt x="2583267" y="6855849"/>
                </a:cubicBezTo>
                <a:lnTo>
                  <a:pt x="257952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2FD645-1499-4294-FEFD-2E4659E14A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43467"/>
            <a:ext cx="2951205" cy="5571066"/>
          </a:xfrm>
        </p:spPr>
        <p:txBody>
          <a:bodyPr>
            <a:normAutofit/>
          </a:bodyPr>
          <a:lstStyle/>
          <a:p>
            <a:r>
              <a:rPr lang="en-GB">
                <a:solidFill>
                  <a:srgbClr val="FFFFFF"/>
                </a:solidFill>
              </a:rPr>
              <a:t>Module Overview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3DFB3AD-1496-283D-77C4-47D61B01743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56231388"/>
              </p:ext>
            </p:extLst>
          </p:nvPr>
        </p:nvGraphicFramePr>
        <p:xfrm>
          <a:off x="5207640" y="643466"/>
          <a:ext cx="6291714" cy="55307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83335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B4F32BF-B85D-CE28-30EE-C6145CA4CE7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8537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4AA37B-B556-348C-B6A7-62DADB748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GB"/>
              <a:t>Tools/Requirement</a:t>
            </a:r>
            <a:endParaRPr lang="en-GB" dirty="0"/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E1039C20-CB1F-7BD1-8B2B-C61654FE6A2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59507754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021877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395CAA-C235-9214-BCF8-E49B07DB83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would you like to see in the Course?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BB2238-34F4-4475-4B3C-779A393A66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060517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8ACB65-74FE-24E2-535B-A370C5BF8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DDBB197-D710-4A4F-A9CA-FD2177498B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5D1CFA-2CDB-4B64-BD9F-85744E8DA1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631734-8E6F-7941-0B3B-6CDF3215C0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577" y="270393"/>
            <a:ext cx="4977976" cy="821698"/>
          </a:xfrm>
        </p:spPr>
        <p:txBody>
          <a:bodyPr>
            <a:normAutofit/>
          </a:bodyPr>
          <a:lstStyle/>
          <a:p>
            <a:r>
              <a:rPr lang="en-GB" sz="3600" dirty="0">
                <a:solidFill>
                  <a:schemeClr val="tx2"/>
                </a:solidFill>
              </a:rPr>
              <a:t>Approach to Teaching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0F4CDC-92DD-62D9-80BF-7A77C5AA4B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92091"/>
            <a:ext cx="6541477" cy="5150287"/>
          </a:xfrm>
        </p:spPr>
        <p:txBody>
          <a:bodyPr anchor="ctr">
            <a:normAutofit/>
          </a:bodyPr>
          <a:lstStyle/>
          <a:p>
            <a:pPr marL="469900" algn="just">
              <a:spcBef>
                <a:spcPts val="1200"/>
              </a:spcBef>
              <a:tabLst>
                <a:tab pos="4291330" algn="l"/>
              </a:tabLst>
            </a:pPr>
            <a:r>
              <a:rPr lang="en-GB" sz="1800" spc="-15" dirty="0">
                <a:solidFill>
                  <a:schemeClr val="tx2"/>
                </a:solidFill>
                <a:cs typeface="Calibri"/>
              </a:rPr>
              <a:t>Each </a:t>
            </a:r>
            <a:r>
              <a:rPr lang="en-GB" sz="1800" spc="-5" dirty="0">
                <a:solidFill>
                  <a:schemeClr val="tx2"/>
                </a:solidFill>
                <a:cs typeface="Calibri"/>
              </a:rPr>
              <a:t>session</a:t>
            </a:r>
            <a:r>
              <a:rPr lang="en-GB" sz="1800" spc="25" dirty="0">
                <a:solidFill>
                  <a:schemeClr val="tx2"/>
                </a:solidFill>
                <a:cs typeface="Calibri"/>
              </a:rPr>
              <a:t> </a:t>
            </a:r>
            <a:r>
              <a:rPr lang="en-GB" sz="1800" spc="-5" dirty="0">
                <a:solidFill>
                  <a:schemeClr val="tx2"/>
                </a:solidFill>
                <a:cs typeface="Calibri"/>
              </a:rPr>
              <a:t>will</a:t>
            </a:r>
            <a:r>
              <a:rPr lang="en-GB" sz="1800" spc="15" dirty="0">
                <a:solidFill>
                  <a:schemeClr val="tx2"/>
                </a:solidFill>
                <a:cs typeface="Calibri"/>
              </a:rPr>
              <a:t> </a:t>
            </a:r>
            <a:r>
              <a:rPr lang="en-GB" sz="1800" spc="-15" dirty="0">
                <a:solidFill>
                  <a:schemeClr val="tx2"/>
                </a:solidFill>
                <a:cs typeface="Calibri"/>
              </a:rPr>
              <a:t>consist </a:t>
            </a:r>
            <a:r>
              <a:rPr lang="en-GB" sz="1800" spc="-5" dirty="0">
                <a:solidFill>
                  <a:schemeClr val="tx2"/>
                </a:solidFill>
                <a:cs typeface="Calibri"/>
              </a:rPr>
              <a:t>of lectures</a:t>
            </a:r>
            <a:r>
              <a:rPr lang="en-GB" sz="1800" spc="-10" dirty="0">
                <a:solidFill>
                  <a:schemeClr val="tx2"/>
                </a:solidFill>
                <a:cs typeface="Calibri"/>
              </a:rPr>
              <a:t> </a:t>
            </a:r>
            <a:r>
              <a:rPr lang="en-GB" sz="1800" spc="-5" dirty="0">
                <a:solidFill>
                  <a:schemeClr val="tx2"/>
                </a:solidFill>
                <a:cs typeface="Calibri"/>
              </a:rPr>
              <a:t>and </a:t>
            </a:r>
            <a:r>
              <a:rPr lang="en-GB" sz="1800" spc="-15" dirty="0">
                <a:solidFill>
                  <a:schemeClr val="tx2"/>
                </a:solidFill>
                <a:cs typeface="Calibri"/>
              </a:rPr>
              <a:t>practical </a:t>
            </a:r>
            <a:r>
              <a:rPr lang="en-GB" sz="1800" spc="-5" dirty="0">
                <a:solidFill>
                  <a:schemeClr val="tx2"/>
                </a:solidFill>
                <a:cs typeface="Calibri"/>
              </a:rPr>
              <a:t>session (2</a:t>
            </a:r>
            <a:r>
              <a:rPr lang="en-GB" sz="1800" spc="10" dirty="0">
                <a:solidFill>
                  <a:schemeClr val="tx2"/>
                </a:solidFill>
                <a:cs typeface="Calibri"/>
              </a:rPr>
              <a:t> </a:t>
            </a:r>
            <a:r>
              <a:rPr lang="en-GB" sz="1800" spc="-10" dirty="0">
                <a:solidFill>
                  <a:schemeClr val="tx2"/>
                </a:solidFill>
                <a:cs typeface="Calibri"/>
              </a:rPr>
              <a:t>hours).</a:t>
            </a:r>
            <a:endParaRPr lang="en-GB" sz="1800" dirty="0">
              <a:solidFill>
                <a:schemeClr val="tx2"/>
              </a:solidFill>
              <a:cs typeface="Calibri"/>
            </a:endParaRPr>
          </a:p>
          <a:p>
            <a:pPr marL="469900" algn="just">
              <a:spcBef>
                <a:spcPts val="1220"/>
              </a:spcBef>
            </a:pPr>
            <a:r>
              <a:rPr lang="en-GB" sz="1800" spc="-55" dirty="0">
                <a:solidFill>
                  <a:schemeClr val="tx2"/>
                </a:solidFill>
                <a:cs typeface="Calibri"/>
              </a:rPr>
              <a:t>You </a:t>
            </a:r>
            <a:r>
              <a:rPr lang="en-GB" sz="1800" spc="-5" dirty="0">
                <a:solidFill>
                  <a:schemeClr val="tx2"/>
                </a:solidFill>
                <a:cs typeface="Calibri"/>
              </a:rPr>
              <a:t>will </a:t>
            </a:r>
            <a:r>
              <a:rPr lang="en-GB" sz="1800" spc="-10" dirty="0">
                <a:solidFill>
                  <a:schemeClr val="tx2"/>
                </a:solidFill>
                <a:cs typeface="Calibri"/>
              </a:rPr>
              <a:t>be required to do work outside the class-time.</a:t>
            </a:r>
            <a:endParaRPr lang="en-GB" sz="1800" dirty="0">
              <a:solidFill>
                <a:schemeClr val="tx2"/>
              </a:solidFill>
              <a:cs typeface="Calibri"/>
            </a:endParaRPr>
          </a:p>
          <a:p>
            <a:pPr marL="469900" algn="just">
              <a:spcBef>
                <a:spcPts val="1200"/>
              </a:spcBef>
            </a:pPr>
            <a:r>
              <a:rPr lang="en-GB" sz="1800" spc="-15" dirty="0">
                <a:solidFill>
                  <a:schemeClr val="tx2"/>
                </a:solidFill>
                <a:cs typeface="Calibri"/>
              </a:rPr>
              <a:t>Bring pen, paper to each lesson.</a:t>
            </a:r>
          </a:p>
          <a:p>
            <a:pPr marL="469900" algn="just">
              <a:spcBef>
                <a:spcPts val="1200"/>
              </a:spcBef>
            </a:pPr>
            <a:endParaRPr lang="en-GB" sz="1800" spc="-15" dirty="0">
              <a:solidFill>
                <a:schemeClr val="tx2"/>
              </a:solidFill>
              <a:cs typeface="Calibri"/>
            </a:endParaRPr>
          </a:p>
          <a:p>
            <a:pPr marL="241300" indent="0" algn="just">
              <a:spcBef>
                <a:spcPts val="1200"/>
              </a:spcBef>
              <a:buNone/>
            </a:pPr>
            <a:r>
              <a:rPr lang="en-GB" sz="1800" spc="-15" dirty="0">
                <a:solidFill>
                  <a:schemeClr val="tx2"/>
                </a:solidFill>
                <a:cs typeface="Calibri"/>
              </a:rPr>
              <a:t>Even more…</a:t>
            </a:r>
          </a:p>
          <a:p>
            <a:pPr marL="469900" algn="just">
              <a:spcBef>
                <a:spcPts val="1200"/>
              </a:spcBef>
            </a:pPr>
            <a:r>
              <a:rPr lang="en-GB" sz="1800" dirty="0">
                <a:solidFill>
                  <a:schemeClr val="tx2"/>
                </a:solidFill>
              </a:rPr>
              <a:t>You must ensure you complete the practical work every week by working between class\sessions.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5EE5136-01F1-466C-962D-BA9B4C6757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369897" y="0"/>
            <a:ext cx="5822103" cy="6685267"/>
            <a:chOff x="6357228" y="0"/>
            <a:chExt cx="5822103" cy="6685267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11D3AD4-AF9B-4EB5-8C7B-C45D173B4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57228" y="0"/>
              <a:ext cx="5822102" cy="6685267"/>
            </a:xfrm>
            <a:custGeom>
              <a:avLst/>
              <a:gdLst>
                <a:gd name="connsiteX0" fmla="*/ 2605444 w 5822102"/>
                <a:gd name="connsiteY0" fmla="*/ 0 h 6685267"/>
                <a:gd name="connsiteX1" fmla="*/ 4757391 w 5822102"/>
                <a:gd name="connsiteY1" fmla="*/ 0 h 6685267"/>
                <a:gd name="connsiteX2" fmla="*/ 4913680 w 5822102"/>
                <a:gd name="connsiteY2" fmla="*/ 56274 h 6685267"/>
                <a:gd name="connsiteX3" fmla="*/ 5376238 w 5822102"/>
                <a:gd name="connsiteY3" fmla="*/ 282027 h 6685267"/>
                <a:gd name="connsiteX4" fmla="*/ 5658024 w 5822102"/>
                <a:gd name="connsiteY4" fmla="*/ 471014 h 6685267"/>
                <a:gd name="connsiteX5" fmla="*/ 5822102 w 5822102"/>
                <a:gd name="connsiteY5" fmla="*/ 609109 h 6685267"/>
                <a:gd name="connsiteX6" fmla="*/ 5822102 w 5822102"/>
                <a:gd name="connsiteY6" fmla="*/ 760697 h 6685267"/>
                <a:gd name="connsiteX7" fmla="*/ 5707785 w 5822102"/>
                <a:gd name="connsiteY7" fmla="*/ 666601 h 6685267"/>
                <a:gd name="connsiteX8" fmla="*/ 5577306 w 5822102"/>
                <a:gd name="connsiteY8" fmla="*/ 571666 h 6685267"/>
                <a:gd name="connsiteX9" fmla="*/ 5298630 w 5822102"/>
                <a:gd name="connsiteY9" fmla="*/ 407449 h 6685267"/>
                <a:gd name="connsiteX10" fmla="*/ 4690768 w 5822102"/>
                <a:gd name="connsiteY10" fmla="*/ 184979 h 6685267"/>
                <a:gd name="connsiteX11" fmla="*/ 4048577 w 5822102"/>
                <a:gd name="connsiteY11" fmla="*/ 99280 h 6685267"/>
                <a:gd name="connsiteX12" fmla="*/ 3405404 w 5822102"/>
                <a:gd name="connsiteY12" fmla="*/ 131937 h 6685267"/>
                <a:gd name="connsiteX13" fmla="*/ 3089702 w 5822102"/>
                <a:gd name="connsiteY13" fmla="*/ 190190 h 6685267"/>
                <a:gd name="connsiteX14" fmla="*/ 2780132 w 5822102"/>
                <a:gd name="connsiteY14" fmla="*/ 273457 h 6685267"/>
                <a:gd name="connsiteX15" fmla="*/ 2478040 w 5822102"/>
                <a:gd name="connsiteY15" fmla="*/ 379654 h 6685267"/>
                <a:gd name="connsiteX16" fmla="*/ 2184897 w 5822102"/>
                <a:gd name="connsiteY16" fmla="*/ 507972 h 6685267"/>
                <a:gd name="connsiteX17" fmla="*/ 1629141 w 5822102"/>
                <a:gd name="connsiteY17" fmla="*/ 823205 h 6685267"/>
                <a:gd name="connsiteX18" fmla="*/ 1497711 w 5822102"/>
                <a:gd name="connsiteY18" fmla="*/ 914000 h 6685267"/>
                <a:gd name="connsiteX19" fmla="*/ 1433099 w 5822102"/>
                <a:gd name="connsiteY19" fmla="*/ 960903 h 6685267"/>
                <a:gd name="connsiteX20" fmla="*/ 1369346 w 5822102"/>
                <a:gd name="connsiteY20" fmla="*/ 1008963 h 6685267"/>
                <a:gd name="connsiteX21" fmla="*/ 1123406 w 5822102"/>
                <a:gd name="connsiteY21" fmla="*/ 1212905 h 6685267"/>
                <a:gd name="connsiteX22" fmla="*/ 684367 w 5822102"/>
                <a:gd name="connsiteY22" fmla="*/ 1675564 h 6685267"/>
                <a:gd name="connsiteX23" fmla="*/ 497153 w 5822102"/>
                <a:gd name="connsiteY23" fmla="*/ 1933588 h 6685267"/>
                <a:gd name="connsiteX24" fmla="*/ 337770 w 5822102"/>
                <a:gd name="connsiteY24" fmla="*/ 2208983 h 6685267"/>
                <a:gd name="connsiteX25" fmla="*/ 302461 w 5822102"/>
                <a:gd name="connsiteY25" fmla="*/ 2280207 h 6685267"/>
                <a:gd name="connsiteX26" fmla="*/ 285296 w 5822102"/>
                <a:gd name="connsiteY26" fmla="*/ 2316107 h 6685267"/>
                <a:gd name="connsiteX27" fmla="*/ 268991 w 5822102"/>
                <a:gd name="connsiteY27" fmla="*/ 2352355 h 6685267"/>
                <a:gd name="connsiteX28" fmla="*/ 237849 w 5822102"/>
                <a:gd name="connsiteY28" fmla="*/ 2425432 h 6685267"/>
                <a:gd name="connsiteX29" fmla="*/ 208670 w 5822102"/>
                <a:gd name="connsiteY29" fmla="*/ 2499319 h 6685267"/>
                <a:gd name="connsiteX30" fmla="*/ 113775 w 5822102"/>
                <a:gd name="connsiteY30" fmla="*/ 2801929 h 6685267"/>
                <a:gd name="connsiteX31" fmla="*/ 36781 w 5822102"/>
                <a:gd name="connsiteY31" fmla="*/ 3428922 h 6685267"/>
                <a:gd name="connsiteX32" fmla="*/ 69148 w 5822102"/>
                <a:gd name="connsiteY32" fmla="*/ 3741955 h 6685267"/>
                <a:gd name="connsiteX33" fmla="*/ 167966 w 5822102"/>
                <a:gd name="connsiteY33" fmla="*/ 4041323 h 6685267"/>
                <a:gd name="connsiteX34" fmla="*/ 202049 w 5822102"/>
                <a:gd name="connsiteY34" fmla="*/ 4112894 h 6685267"/>
                <a:gd name="connsiteX35" fmla="*/ 239933 w 5822102"/>
                <a:gd name="connsiteY35" fmla="*/ 4182843 h 6685267"/>
                <a:gd name="connsiteX36" fmla="*/ 323916 w 5822102"/>
                <a:gd name="connsiteY36" fmla="*/ 4318456 h 6685267"/>
                <a:gd name="connsiteX37" fmla="*/ 416604 w 5822102"/>
                <a:gd name="connsiteY37" fmla="*/ 4449436 h 6685267"/>
                <a:gd name="connsiteX38" fmla="*/ 515911 w 5822102"/>
                <a:gd name="connsiteY38" fmla="*/ 4576711 h 6685267"/>
                <a:gd name="connsiteX39" fmla="*/ 722619 w 5822102"/>
                <a:gd name="connsiteY39" fmla="*/ 4828482 h 6685267"/>
                <a:gd name="connsiteX40" fmla="*/ 825972 w 5822102"/>
                <a:gd name="connsiteY40" fmla="*/ 4956104 h 6685267"/>
                <a:gd name="connsiteX41" fmla="*/ 926506 w 5822102"/>
                <a:gd name="connsiteY41" fmla="*/ 5085347 h 6685267"/>
                <a:gd name="connsiteX42" fmla="*/ 1027040 w 5822102"/>
                <a:gd name="connsiteY42" fmla="*/ 5210191 h 6685267"/>
                <a:gd name="connsiteX43" fmla="*/ 1132110 w 5822102"/>
                <a:gd name="connsiteY43" fmla="*/ 5330748 h 6685267"/>
                <a:gd name="connsiteX44" fmla="*/ 1354880 w 5822102"/>
                <a:gd name="connsiteY44" fmla="*/ 5558083 h 6685267"/>
                <a:gd name="connsiteX45" fmla="*/ 1855220 w 5822102"/>
                <a:gd name="connsiteY45" fmla="*/ 5937591 h 6685267"/>
                <a:gd name="connsiteX46" fmla="*/ 2131810 w 5822102"/>
                <a:gd name="connsiteY46" fmla="*/ 6080268 h 6685267"/>
                <a:gd name="connsiteX47" fmla="*/ 2423726 w 5822102"/>
                <a:gd name="connsiteY47" fmla="*/ 6188087 h 6685267"/>
                <a:gd name="connsiteX48" fmla="*/ 2727780 w 5822102"/>
                <a:gd name="connsiteY48" fmla="*/ 6262552 h 6685267"/>
                <a:gd name="connsiteX49" fmla="*/ 3041276 w 5822102"/>
                <a:gd name="connsiteY49" fmla="*/ 6304245 h 6685267"/>
                <a:gd name="connsiteX50" fmla="*/ 3360532 w 5822102"/>
                <a:gd name="connsiteY50" fmla="*/ 6317331 h 6685267"/>
                <a:gd name="connsiteX51" fmla="*/ 3439855 w 5822102"/>
                <a:gd name="connsiteY51" fmla="*/ 6316751 h 6685267"/>
                <a:gd name="connsiteX52" fmla="*/ 3478721 w 5822102"/>
                <a:gd name="connsiteY52" fmla="*/ 6315826 h 6685267"/>
                <a:gd name="connsiteX53" fmla="*/ 3517463 w 5822102"/>
                <a:gd name="connsiteY53" fmla="*/ 6313971 h 6685267"/>
                <a:gd name="connsiteX54" fmla="*/ 3671452 w 5822102"/>
                <a:gd name="connsiteY54" fmla="*/ 6301233 h 6685267"/>
                <a:gd name="connsiteX55" fmla="*/ 4265460 w 5822102"/>
                <a:gd name="connsiteY55" fmla="*/ 6149638 h 6685267"/>
                <a:gd name="connsiteX56" fmla="*/ 4546587 w 5822102"/>
                <a:gd name="connsiteY56" fmla="*/ 6018079 h 6685267"/>
                <a:gd name="connsiteX57" fmla="*/ 4818030 w 5822102"/>
                <a:gd name="connsiteY57" fmla="*/ 5858029 h 6685267"/>
                <a:gd name="connsiteX58" fmla="*/ 5081870 w 5822102"/>
                <a:gd name="connsiteY58" fmla="*/ 5676903 h 6685267"/>
                <a:gd name="connsiteX59" fmla="*/ 5212073 w 5822102"/>
                <a:gd name="connsiteY59" fmla="*/ 5581013 h 6685267"/>
                <a:gd name="connsiteX60" fmla="*/ 5343625 w 5822102"/>
                <a:gd name="connsiteY60" fmla="*/ 5481533 h 6685267"/>
                <a:gd name="connsiteX61" fmla="*/ 5610378 w 5822102"/>
                <a:gd name="connsiteY61" fmla="*/ 5284425 h 6685267"/>
                <a:gd name="connsiteX62" fmla="*/ 5822102 w 5822102"/>
                <a:gd name="connsiteY62" fmla="*/ 5126414 h 6685267"/>
                <a:gd name="connsiteX63" fmla="*/ 5822102 w 5822102"/>
                <a:gd name="connsiteY63" fmla="*/ 5556641 h 6685267"/>
                <a:gd name="connsiteX64" fmla="*/ 5576325 w 5822102"/>
                <a:gd name="connsiteY64" fmla="*/ 5749979 h 6685267"/>
                <a:gd name="connsiteX65" fmla="*/ 5447715 w 5822102"/>
                <a:gd name="connsiteY65" fmla="*/ 5852818 h 6685267"/>
                <a:gd name="connsiteX66" fmla="*/ 5315059 w 5822102"/>
                <a:gd name="connsiteY66" fmla="*/ 5956236 h 6685267"/>
                <a:gd name="connsiteX67" fmla="*/ 5038468 w 5822102"/>
                <a:gd name="connsiteY67" fmla="*/ 6155776 h 6685267"/>
                <a:gd name="connsiteX68" fmla="*/ 4741892 w 5822102"/>
                <a:gd name="connsiteY68" fmla="*/ 6338292 h 6685267"/>
                <a:gd name="connsiteX69" fmla="*/ 4420920 w 5822102"/>
                <a:gd name="connsiteY69" fmla="*/ 6492203 h 6685267"/>
                <a:gd name="connsiteX70" fmla="*/ 3717672 w 5822102"/>
                <a:gd name="connsiteY70" fmla="*/ 6670434 h 6685267"/>
                <a:gd name="connsiteX71" fmla="*/ 3535853 w 5822102"/>
                <a:gd name="connsiteY71" fmla="*/ 6683289 h 6685267"/>
                <a:gd name="connsiteX72" fmla="*/ 3490367 w 5822102"/>
                <a:gd name="connsiteY72" fmla="*/ 6684910 h 6685267"/>
                <a:gd name="connsiteX73" fmla="*/ 3445005 w 5822102"/>
                <a:gd name="connsiteY73" fmla="*/ 6685142 h 6685267"/>
                <a:gd name="connsiteX74" fmla="*/ 3355872 w 5822102"/>
                <a:gd name="connsiteY74" fmla="*/ 6684100 h 6685267"/>
                <a:gd name="connsiteX75" fmla="*/ 3179203 w 5822102"/>
                <a:gd name="connsiteY75" fmla="*/ 6677150 h 6685267"/>
                <a:gd name="connsiteX76" fmla="*/ 3002410 w 5822102"/>
                <a:gd name="connsiteY76" fmla="*/ 6661169 h 6685267"/>
                <a:gd name="connsiteX77" fmla="*/ 2650296 w 5822102"/>
                <a:gd name="connsiteY77" fmla="*/ 6604191 h 6685267"/>
                <a:gd name="connsiteX78" fmla="*/ 2306028 w 5822102"/>
                <a:gd name="connsiteY78" fmla="*/ 6505869 h 6685267"/>
                <a:gd name="connsiteX79" fmla="*/ 1978803 w 5822102"/>
                <a:gd name="connsiteY79" fmla="*/ 6363307 h 6685267"/>
                <a:gd name="connsiteX80" fmla="*/ 1678428 w 5822102"/>
                <a:gd name="connsiteY80" fmla="*/ 6177779 h 6685267"/>
                <a:gd name="connsiteX81" fmla="*/ 1175880 w 5822102"/>
                <a:gd name="connsiteY81" fmla="*/ 5710373 h 6685267"/>
                <a:gd name="connsiteX82" fmla="*/ 971502 w 5822102"/>
                <a:gd name="connsiteY82" fmla="*/ 5445399 h 6685267"/>
                <a:gd name="connsiteX83" fmla="*/ 790909 w 5822102"/>
                <a:gd name="connsiteY83" fmla="*/ 5169078 h 6685267"/>
                <a:gd name="connsiteX84" fmla="*/ 706680 w 5822102"/>
                <a:gd name="connsiteY84" fmla="*/ 5031959 h 6685267"/>
                <a:gd name="connsiteX85" fmla="*/ 619143 w 5822102"/>
                <a:gd name="connsiteY85" fmla="*/ 4897157 h 6685267"/>
                <a:gd name="connsiteX86" fmla="*/ 436465 w 5822102"/>
                <a:gd name="connsiteY86" fmla="*/ 4628710 h 6685267"/>
                <a:gd name="connsiteX87" fmla="*/ 347088 w 5822102"/>
                <a:gd name="connsiteY87" fmla="*/ 4492171 h 6685267"/>
                <a:gd name="connsiteX88" fmla="*/ 262001 w 5822102"/>
                <a:gd name="connsiteY88" fmla="*/ 4352619 h 6685267"/>
                <a:gd name="connsiteX89" fmla="*/ 118679 w 5822102"/>
                <a:gd name="connsiteY89" fmla="*/ 4059853 h 6685267"/>
                <a:gd name="connsiteX90" fmla="*/ 28322 w 5822102"/>
                <a:gd name="connsiteY90" fmla="*/ 3749136 h 6685267"/>
                <a:gd name="connsiteX91" fmla="*/ 0 w 5822102"/>
                <a:gd name="connsiteY91" fmla="*/ 3428922 h 6685267"/>
                <a:gd name="connsiteX92" fmla="*/ 253052 w 5822102"/>
                <a:gd name="connsiteY92" fmla="*/ 2174356 h 6685267"/>
                <a:gd name="connsiteX93" fmla="*/ 389141 w 5822102"/>
                <a:gd name="connsiteY93" fmla="*/ 1877652 h 6685267"/>
                <a:gd name="connsiteX94" fmla="*/ 552079 w 5822102"/>
                <a:gd name="connsiteY94" fmla="*/ 1591834 h 6685267"/>
                <a:gd name="connsiteX95" fmla="*/ 954950 w 5822102"/>
                <a:gd name="connsiteY95" fmla="*/ 1061773 h 6685267"/>
                <a:gd name="connsiteX96" fmla="*/ 1192922 w 5822102"/>
                <a:gd name="connsiteY96" fmla="*/ 822626 h 6685267"/>
                <a:gd name="connsiteX97" fmla="*/ 1255939 w 5822102"/>
                <a:gd name="connsiteY97" fmla="*/ 765880 h 6685267"/>
                <a:gd name="connsiteX98" fmla="*/ 1320183 w 5822102"/>
                <a:gd name="connsiteY98" fmla="*/ 710291 h 6685267"/>
                <a:gd name="connsiteX99" fmla="*/ 1452961 w 5822102"/>
                <a:gd name="connsiteY99" fmla="*/ 603514 h 6685267"/>
                <a:gd name="connsiteX100" fmla="*/ 2033360 w 5822102"/>
                <a:gd name="connsiteY100" fmla="*/ 235818 h 6685267"/>
                <a:gd name="connsiteX101" fmla="*/ 2512513 w 5822102"/>
                <a:gd name="connsiteY101" fmla="*/ 30012 h 668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</a:cxnLst>
              <a:rect l="l" t="t" r="r" b="b"/>
              <a:pathLst>
                <a:path w="5822102" h="6685267">
                  <a:moveTo>
                    <a:pt x="2605444" y="0"/>
                  </a:moveTo>
                  <a:lnTo>
                    <a:pt x="4757391" y="0"/>
                  </a:lnTo>
                  <a:lnTo>
                    <a:pt x="4913680" y="56274"/>
                  </a:lnTo>
                  <a:cubicBezTo>
                    <a:pt x="5074659" y="119278"/>
                    <a:pt x="5229483" y="195083"/>
                    <a:pt x="5376238" y="282027"/>
                  </a:cubicBezTo>
                  <a:cubicBezTo>
                    <a:pt x="5474014" y="340105"/>
                    <a:pt x="5568080" y="403280"/>
                    <a:pt x="5658024" y="471014"/>
                  </a:cubicBezTo>
                  <a:lnTo>
                    <a:pt x="5822102" y="609109"/>
                  </a:lnTo>
                  <a:lnTo>
                    <a:pt x="5822102" y="760697"/>
                  </a:lnTo>
                  <a:lnTo>
                    <a:pt x="5707785" y="666601"/>
                  </a:lnTo>
                  <a:cubicBezTo>
                    <a:pt x="5665273" y="633682"/>
                    <a:pt x="5621749" y="602008"/>
                    <a:pt x="5577306" y="571666"/>
                  </a:cubicBezTo>
                  <a:cubicBezTo>
                    <a:pt x="5487929" y="511562"/>
                    <a:pt x="5395118" y="456089"/>
                    <a:pt x="5298630" y="407449"/>
                  </a:cubicBezTo>
                  <a:cubicBezTo>
                    <a:pt x="5106266" y="309010"/>
                    <a:pt x="4901153" y="235355"/>
                    <a:pt x="4690768" y="184979"/>
                  </a:cubicBezTo>
                  <a:cubicBezTo>
                    <a:pt x="4480382" y="134486"/>
                    <a:pt x="4264724" y="106807"/>
                    <a:pt x="4048577" y="99280"/>
                  </a:cubicBezTo>
                  <a:cubicBezTo>
                    <a:pt x="3832182" y="90709"/>
                    <a:pt x="3617997" y="102290"/>
                    <a:pt x="3405404" y="131937"/>
                  </a:cubicBezTo>
                  <a:cubicBezTo>
                    <a:pt x="3299353" y="147340"/>
                    <a:pt x="3193915" y="166449"/>
                    <a:pt x="3089702" y="190190"/>
                  </a:cubicBezTo>
                  <a:cubicBezTo>
                    <a:pt x="2985491" y="214278"/>
                    <a:pt x="2882137" y="241725"/>
                    <a:pt x="2780132" y="273457"/>
                  </a:cubicBezTo>
                  <a:cubicBezTo>
                    <a:pt x="2678126" y="305073"/>
                    <a:pt x="2577348" y="340510"/>
                    <a:pt x="2478040" y="379654"/>
                  </a:cubicBezTo>
                  <a:cubicBezTo>
                    <a:pt x="2378854" y="418914"/>
                    <a:pt x="2281017" y="461763"/>
                    <a:pt x="2184897" y="507972"/>
                  </a:cubicBezTo>
                  <a:cubicBezTo>
                    <a:pt x="1992657" y="600271"/>
                    <a:pt x="1806791" y="705542"/>
                    <a:pt x="1629141" y="823205"/>
                  </a:cubicBezTo>
                  <a:cubicBezTo>
                    <a:pt x="1584882" y="852736"/>
                    <a:pt x="1540745" y="882731"/>
                    <a:pt x="1497711" y="914000"/>
                  </a:cubicBezTo>
                  <a:cubicBezTo>
                    <a:pt x="1475888" y="929286"/>
                    <a:pt x="1454555" y="945153"/>
                    <a:pt x="1433099" y="960903"/>
                  </a:cubicBezTo>
                  <a:cubicBezTo>
                    <a:pt x="1411521" y="976537"/>
                    <a:pt x="1390311" y="992634"/>
                    <a:pt x="1369346" y="1008963"/>
                  </a:cubicBezTo>
                  <a:cubicBezTo>
                    <a:pt x="1285119" y="1074165"/>
                    <a:pt x="1202730" y="1141797"/>
                    <a:pt x="1123406" y="1212905"/>
                  </a:cubicBezTo>
                  <a:cubicBezTo>
                    <a:pt x="964391" y="1354656"/>
                    <a:pt x="816900" y="1509261"/>
                    <a:pt x="684367" y="1675564"/>
                  </a:cubicBezTo>
                  <a:cubicBezTo>
                    <a:pt x="618161" y="1758716"/>
                    <a:pt x="555512" y="1844763"/>
                    <a:pt x="497153" y="1933588"/>
                  </a:cubicBezTo>
                  <a:cubicBezTo>
                    <a:pt x="439775" y="2022877"/>
                    <a:pt x="385584" y="2114367"/>
                    <a:pt x="337770" y="2208983"/>
                  </a:cubicBezTo>
                  <a:cubicBezTo>
                    <a:pt x="325388" y="2232493"/>
                    <a:pt x="313862" y="2256349"/>
                    <a:pt x="302461" y="2280207"/>
                  </a:cubicBezTo>
                  <a:lnTo>
                    <a:pt x="285296" y="2316107"/>
                  </a:lnTo>
                  <a:lnTo>
                    <a:pt x="268991" y="2352355"/>
                  </a:lnTo>
                  <a:cubicBezTo>
                    <a:pt x="258324" y="2376560"/>
                    <a:pt x="247535" y="2400764"/>
                    <a:pt x="237849" y="2425432"/>
                  </a:cubicBezTo>
                  <a:cubicBezTo>
                    <a:pt x="228163" y="2450099"/>
                    <a:pt x="217498" y="2474419"/>
                    <a:pt x="208670" y="2499319"/>
                  </a:cubicBezTo>
                  <a:cubicBezTo>
                    <a:pt x="170909" y="2598219"/>
                    <a:pt x="138908" y="2699206"/>
                    <a:pt x="113775" y="2801929"/>
                  </a:cubicBezTo>
                  <a:cubicBezTo>
                    <a:pt x="62773" y="3006911"/>
                    <a:pt x="36659" y="3217917"/>
                    <a:pt x="36781" y="3428922"/>
                  </a:cubicBezTo>
                  <a:cubicBezTo>
                    <a:pt x="37394" y="3534078"/>
                    <a:pt x="47816" y="3639001"/>
                    <a:pt x="69148" y="3741955"/>
                  </a:cubicBezTo>
                  <a:cubicBezTo>
                    <a:pt x="91585" y="3844679"/>
                    <a:pt x="124074" y="3945202"/>
                    <a:pt x="167966" y="4041323"/>
                  </a:cubicBezTo>
                  <a:cubicBezTo>
                    <a:pt x="178387" y="4065528"/>
                    <a:pt x="190525" y="4089153"/>
                    <a:pt x="202049" y="4112894"/>
                  </a:cubicBezTo>
                  <a:cubicBezTo>
                    <a:pt x="214555" y="4136288"/>
                    <a:pt x="226447" y="4159912"/>
                    <a:pt x="239933" y="4182843"/>
                  </a:cubicBezTo>
                  <a:cubicBezTo>
                    <a:pt x="265680" y="4229167"/>
                    <a:pt x="294368" y="4274101"/>
                    <a:pt x="323916" y="4318456"/>
                  </a:cubicBezTo>
                  <a:cubicBezTo>
                    <a:pt x="353341" y="4362927"/>
                    <a:pt x="384849" y="4406240"/>
                    <a:pt x="416604" y="4449436"/>
                  </a:cubicBezTo>
                  <a:cubicBezTo>
                    <a:pt x="448847" y="4492286"/>
                    <a:pt x="482319" y="4534557"/>
                    <a:pt x="515911" y="4576711"/>
                  </a:cubicBezTo>
                  <a:cubicBezTo>
                    <a:pt x="583219" y="4661137"/>
                    <a:pt x="653594" y="4743825"/>
                    <a:pt x="722619" y="4828482"/>
                  </a:cubicBezTo>
                  <a:cubicBezTo>
                    <a:pt x="757315" y="4870637"/>
                    <a:pt x="791889" y="4913138"/>
                    <a:pt x="825972" y="4956104"/>
                  </a:cubicBezTo>
                  <a:cubicBezTo>
                    <a:pt x="859934" y="4998722"/>
                    <a:pt x="893649" y="5044004"/>
                    <a:pt x="926506" y="5085347"/>
                  </a:cubicBezTo>
                  <a:cubicBezTo>
                    <a:pt x="959119" y="5127734"/>
                    <a:pt x="993324" y="5168847"/>
                    <a:pt x="1027040" y="5210191"/>
                  </a:cubicBezTo>
                  <a:cubicBezTo>
                    <a:pt x="1061737" y="5250840"/>
                    <a:pt x="1096188" y="5291488"/>
                    <a:pt x="1132110" y="5330748"/>
                  </a:cubicBezTo>
                  <a:cubicBezTo>
                    <a:pt x="1203465" y="5409731"/>
                    <a:pt x="1277639" y="5485818"/>
                    <a:pt x="1354880" y="5558083"/>
                  </a:cubicBezTo>
                  <a:cubicBezTo>
                    <a:pt x="1509603" y="5702266"/>
                    <a:pt x="1676588" y="5830930"/>
                    <a:pt x="1855220" y="5937591"/>
                  </a:cubicBezTo>
                  <a:cubicBezTo>
                    <a:pt x="1944720" y="5990632"/>
                    <a:pt x="2036549" y="6039272"/>
                    <a:pt x="2131810" y="6080268"/>
                  </a:cubicBezTo>
                  <a:cubicBezTo>
                    <a:pt x="2226460" y="6122423"/>
                    <a:pt x="2324173" y="6157977"/>
                    <a:pt x="2423726" y="6188087"/>
                  </a:cubicBezTo>
                  <a:cubicBezTo>
                    <a:pt x="2523280" y="6218313"/>
                    <a:pt x="2624794" y="6242749"/>
                    <a:pt x="2727780" y="6262552"/>
                  </a:cubicBezTo>
                  <a:cubicBezTo>
                    <a:pt x="2830890" y="6282008"/>
                    <a:pt x="2935714" y="6295326"/>
                    <a:pt x="3041276" y="6304245"/>
                  </a:cubicBezTo>
                  <a:cubicBezTo>
                    <a:pt x="3146836" y="6313277"/>
                    <a:pt x="3253499" y="6317215"/>
                    <a:pt x="3360532" y="6317331"/>
                  </a:cubicBezTo>
                  <a:cubicBezTo>
                    <a:pt x="3387259" y="6317331"/>
                    <a:pt x="3414354" y="6317794"/>
                    <a:pt x="3439855" y="6316751"/>
                  </a:cubicBezTo>
                  <a:lnTo>
                    <a:pt x="3478721" y="6315826"/>
                  </a:lnTo>
                  <a:lnTo>
                    <a:pt x="3517463" y="6313971"/>
                  </a:lnTo>
                  <a:cubicBezTo>
                    <a:pt x="3569078" y="6311772"/>
                    <a:pt x="3620449" y="6306907"/>
                    <a:pt x="3671452" y="6301233"/>
                  </a:cubicBezTo>
                  <a:cubicBezTo>
                    <a:pt x="3875707" y="6277608"/>
                    <a:pt x="4074445" y="6225841"/>
                    <a:pt x="4265460" y="6149638"/>
                  </a:cubicBezTo>
                  <a:cubicBezTo>
                    <a:pt x="4361212" y="6111884"/>
                    <a:pt x="4454636" y="6067065"/>
                    <a:pt x="4546587" y="6018079"/>
                  </a:cubicBezTo>
                  <a:cubicBezTo>
                    <a:pt x="4638662" y="5969322"/>
                    <a:pt x="4729020" y="5915240"/>
                    <a:pt x="4818030" y="5858029"/>
                  </a:cubicBezTo>
                  <a:cubicBezTo>
                    <a:pt x="4907038" y="5800703"/>
                    <a:pt x="4994577" y="5739672"/>
                    <a:pt x="5081870" y="5676903"/>
                  </a:cubicBezTo>
                  <a:cubicBezTo>
                    <a:pt x="5125392" y="5645519"/>
                    <a:pt x="5168794" y="5613324"/>
                    <a:pt x="5212073" y="5581013"/>
                  </a:cubicBezTo>
                  <a:lnTo>
                    <a:pt x="5343625" y="5481533"/>
                  </a:lnTo>
                  <a:cubicBezTo>
                    <a:pt x="5432696" y="5414768"/>
                    <a:pt x="5521951" y="5349452"/>
                    <a:pt x="5610378" y="5284425"/>
                  </a:cubicBezTo>
                  <a:lnTo>
                    <a:pt x="5822102" y="5126414"/>
                  </a:lnTo>
                  <a:lnTo>
                    <a:pt x="5822102" y="5556641"/>
                  </a:lnTo>
                  <a:lnTo>
                    <a:pt x="5576325" y="5749979"/>
                  </a:lnTo>
                  <a:lnTo>
                    <a:pt x="5447715" y="5852818"/>
                  </a:lnTo>
                  <a:cubicBezTo>
                    <a:pt x="5403945" y="5887445"/>
                    <a:pt x="5359932" y="5922073"/>
                    <a:pt x="5315059" y="5956236"/>
                  </a:cubicBezTo>
                  <a:cubicBezTo>
                    <a:pt x="5225682" y="6024680"/>
                    <a:pt x="5133976" y="6091734"/>
                    <a:pt x="5038468" y="6155776"/>
                  </a:cubicBezTo>
                  <a:cubicBezTo>
                    <a:pt x="4943084" y="6219703"/>
                    <a:pt x="4845002" y="6281777"/>
                    <a:pt x="4741892" y="6338292"/>
                  </a:cubicBezTo>
                  <a:cubicBezTo>
                    <a:pt x="4638784" y="6394692"/>
                    <a:pt x="4532120" y="6447038"/>
                    <a:pt x="4420920" y="6492203"/>
                  </a:cubicBezTo>
                  <a:cubicBezTo>
                    <a:pt x="4199255" y="6583693"/>
                    <a:pt x="3959813" y="6644840"/>
                    <a:pt x="3717672" y="6670434"/>
                  </a:cubicBezTo>
                  <a:cubicBezTo>
                    <a:pt x="3657106" y="6676456"/>
                    <a:pt x="3596419" y="6681321"/>
                    <a:pt x="3535853" y="6683289"/>
                  </a:cubicBezTo>
                  <a:lnTo>
                    <a:pt x="3490367" y="6684910"/>
                  </a:lnTo>
                  <a:lnTo>
                    <a:pt x="3445005" y="6685142"/>
                  </a:lnTo>
                  <a:cubicBezTo>
                    <a:pt x="3414354" y="6685605"/>
                    <a:pt x="3385297" y="6684679"/>
                    <a:pt x="3355872" y="6684100"/>
                  </a:cubicBezTo>
                  <a:cubicBezTo>
                    <a:pt x="3297146" y="6683405"/>
                    <a:pt x="3238052" y="6680047"/>
                    <a:pt x="3179203" y="6677150"/>
                  </a:cubicBezTo>
                  <a:cubicBezTo>
                    <a:pt x="3120232" y="6672519"/>
                    <a:pt x="3061259" y="6668233"/>
                    <a:pt x="3002410" y="6661169"/>
                  </a:cubicBezTo>
                  <a:cubicBezTo>
                    <a:pt x="2884589" y="6647851"/>
                    <a:pt x="2766891" y="6629669"/>
                    <a:pt x="2650296" y="6604191"/>
                  </a:cubicBezTo>
                  <a:cubicBezTo>
                    <a:pt x="2533702" y="6578713"/>
                    <a:pt x="2418456" y="6545938"/>
                    <a:pt x="2306028" y="6505869"/>
                  </a:cubicBezTo>
                  <a:cubicBezTo>
                    <a:pt x="2193602" y="6465683"/>
                    <a:pt x="2084118" y="6417738"/>
                    <a:pt x="1978803" y="6363307"/>
                  </a:cubicBezTo>
                  <a:cubicBezTo>
                    <a:pt x="1873855" y="6308066"/>
                    <a:pt x="1773077" y="6246340"/>
                    <a:pt x="1678428" y="6177779"/>
                  </a:cubicBezTo>
                  <a:cubicBezTo>
                    <a:pt x="1488393" y="6041356"/>
                    <a:pt x="1321900" y="5881423"/>
                    <a:pt x="1175880" y="5710373"/>
                  </a:cubicBezTo>
                  <a:cubicBezTo>
                    <a:pt x="1103177" y="5624441"/>
                    <a:pt x="1035501" y="5535732"/>
                    <a:pt x="971502" y="5445399"/>
                  </a:cubicBezTo>
                  <a:cubicBezTo>
                    <a:pt x="907380" y="5355069"/>
                    <a:pt x="847550" y="5262768"/>
                    <a:pt x="790909" y="5169078"/>
                  </a:cubicBezTo>
                  <a:cubicBezTo>
                    <a:pt x="761974" y="5121712"/>
                    <a:pt x="735492" y="5077357"/>
                    <a:pt x="706680" y="5031959"/>
                  </a:cubicBezTo>
                  <a:cubicBezTo>
                    <a:pt x="678114" y="4986910"/>
                    <a:pt x="649058" y="4941860"/>
                    <a:pt x="619143" y="4897157"/>
                  </a:cubicBezTo>
                  <a:lnTo>
                    <a:pt x="436465" y="4628710"/>
                  </a:lnTo>
                  <a:cubicBezTo>
                    <a:pt x="406182" y="4583544"/>
                    <a:pt x="376267" y="4538147"/>
                    <a:pt x="347088" y="4492171"/>
                  </a:cubicBezTo>
                  <a:cubicBezTo>
                    <a:pt x="317908" y="4446194"/>
                    <a:pt x="288974" y="4400102"/>
                    <a:pt x="262001" y="4352619"/>
                  </a:cubicBezTo>
                  <a:cubicBezTo>
                    <a:pt x="207934" y="4258119"/>
                    <a:pt x="158280" y="4160840"/>
                    <a:pt x="118679" y="4059853"/>
                  </a:cubicBezTo>
                  <a:cubicBezTo>
                    <a:pt x="78343" y="3959214"/>
                    <a:pt x="48429" y="3854870"/>
                    <a:pt x="28322" y="3749136"/>
                  </a:cubicBezTo>
                  <a:cubicBezTo>
                    <a:pt x="9073" y="3643402"/>
                    <a:pt x="0" y="3536046"/>
                    <a:pt x="0" y="3428922"/>
                  </a:cubicBezTo>
                  <a:cubicBezTo>
                    <a:pt x="1594" y="3001816"/>
                    <a:pt x="89010" y="2575868"/>
                    <a:pt x="253052" y="2174356"/>
                  </a:cubicBezTo>
                  <a:cubicBezTo>
                    <a:pt x="294246" y="2074066"/>
                    <a:pt x="338873" y="1974700"/>
                    <a:pt x="389141" y="1877652"/>
                  </a:cubicBezTo>
                  <a:cubicBezTo>
                    <a:pt x="438672" y="1780256"/>
                    <a:pt x="493230" y="1684945"/>
                    <a:pt x="552079" y="1591834"/>
                  </a:cubicBezTo>
                  <a:cubicBezTo>
                    <a:pt x="669900" y="1405728"/>
                    <a:pt x="804394" y="1227729"/>
                    <a:pt x="954950" y="1061773"/>
                  </a:cubicBezTo>
                  <a:cubicBezTo>
                    <a:pt x="1030597" y="979085"/>
                    <a:pt x="1109552" y="898829"/>
                    <a:pt x="1192922" y="822626"/>
                  </a:cubicBezTo>
                  <a:cubicBezTo>
                    <a:pt x="1213642" y="803402"/>
                    <a:pt x="1234483" y="784409"/>
                    <a:pt x="1255939" y="765880"/>
                  </a:cubicBezTo>
                  <a:cubicBezTo>
                    <a:pt x="1277273" y="747234"/>
                    <a:pt x="1298237" y="728241"/>
                    <a:pt x="1320183" y="710291"/>
                  </a:cubicBezTo>
                  <a:cubicBezTo>
                    <a:pt x="1363585" y="673811"/>
                    <a:pt x="1408088" y="638489"/>
                    <a:pt x="1452961" y="603514"/>
                  </a:cubicBezTo>
                  <a:cubicBezTo>
                    <a:pt x="1633310" y="464543"/>
                    <a:pt x="1828125" y="341437"/>
                    <a:pt x="2033360" y="235818"/>
                  </a:cubicBezTo>
                  <a:cubicBezTo>
                    <a:pt x="2187242" y="156561"/>
                    <a:pt x="2347554" y="87597"/>
                    <a:pt x="2512513" y="3001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5102EBE-A80F-4CFF-B1DD-941EF9728B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04998" y="98659"/>
              <a:ext cx="5774333" cy="6315453"/>
            </a:xfrm>
            <a:custGeom>
              <a:avLst/>
              <a:gdLst>
                <a:gd name="connsiteX0" fmla="*/ 3707237 w 5774333"/>
                <a:gd name="connsiteY0" fmla="*/ 1489 h 6315453"/>
                <a:gd name="connsiteX1" fmla="*/ 4037665 w 5774333"/>
                <a:gd name="connsiteY1" fmla="*/ 6121 h 6315453"/>
                <a:gd name="connsiteX2" fmla="*/ 4692239 w 5774333"/>
                <a:gd name="connsiteY2" fmla="*/ 102128 h 6315453"/>
                <a:gd name="connsiteX3" fmla="*/ 5315059 w 5774333"/>
                <a:gd name="connsiteY3" fmla="*/ 324945 h 6315453"/>
                <a:gd name="connsiteX4" fmla="*/ 5738325 w 5774333"/>
                <a:gd name="connsiteY4" fmla="*/ 578286 h 6315453"/>
                <a:gd name="connsiteX5" fmla="*/ 5774333 w 5774333"/>
                <a:gd name="connsiteY5" fmla="*/ 606551 h 6315453"/>
                <a:gd name="connsiteX6" fmla="*/ 5774333 w 5774333"/>
                <a:gd name="connsiteY6" fmla="*/ 975490 h 6315453"/>
                <a:gd name="connsiteX7" fmla="*/ 5676001 w 5774333"/>
                <a:gd name="connsiteY7" fmla="*/ 889749 h 6315453"/>
                <a:gd name="connsiteX8" fmla="*/ 5177132 w 5774333"/>
                <a:gd name="connsiteY8" fmla="*/ 581926 h 6315453"/>
                <a:gd name="connsiteX9" fmla="*/ 4615735 w 5774333"/>
                <a:gd name="connsiteY9" fmla="*/ 388640 h 6315453"/>
                <a:gd name="connsiteX10" fmla="*/ 4020010 w 5774333"/>
                <a:gd name="connsiteY10" fmla="*/ 308500 h 6315453"/>
                <a:gd name="connsiteX11" fmla="*/ 3416315 w 5774333"/>
                <a:gd name="connsiteY11" fmla="*/ 328882 h 6315453"/>
                <a:gd name="connsiteX12" fmla="*/ 2823779 w 5774333"/>
                <a:gd name="connsiteY12" fmla="*/ 446545 h 6315453"/>
                <a:gd name="connsiteX13" fmla="*/ 2256987 w 5774333"/>
                <a:gd name="connsiteY13" fmla="*/ 651296 h 6315453"/>
                <a:gd name="connsiteX14" fmla="*/ 1244169 w 5774333"/>
                <a:gd name="connsiteY14" fmla="*/ 1280374 h 6315453"/>
                <a:gd name="connsiteX15" fmla="*/ 830141 w 5774333"/>
                <a:gd name="connsiteY15" fmla="*/ 1700184 h 6315453"/>
                <a:gd name="connsiteX16" fmla="*/ 502792 w 5774333"/>
                <a:gd name="connsiteY16" fmla="*/ 2182300 h 6315453"/>
                <a:gd name="connsiteX17" fmla="*/ 280637 w 5774333"/>
                <a:gd name="connsiteY17" fmla="*/ 2715256 h 6315453"/>
                <a:gd name="connsiteX18" fmla="*/ 199843 w 5774333"/>
                <a:gd name="connsiteY18" fmla="*/ 3283418 h 6315453"/>
                <a:gd name="connsiteX19" fmla="*/ 233926 w 5774333"/>
                <a:gd name="connsiteY19" fmla="*/ 3561593 h 6315453"/>
                <a:gd name="connsiteX20" fmla="*/ 334582 w 5774333"/>
                <a:gd name="connsiteY20" fmla="*/ 3821816 h 6315453"/>
                <a:gd name="connsiteX21" fmla="*/ 404834 w 5774333"/>
                <a:gd name="connsiteY21" fmla="*/ 3944343 h 6315453"/>
                <a:gd name="connsiteX22" fmla="*/ 485506 w 5774333"/>
                <a:gd name="connsiteY22" fmla="*/ 4062932 h 6315453"/>
                <a:gd name="connsiteX23" fmla="*/ 671861 w 5774333"/>
                <a:gd name="connsiteY23" fmla="*/ 4292120 h 6315453"/>
                <a:gd name="connsiteX24" fmla="*/ 873542 w 5774333"/>
                <a:gd name="connsiteY24" fmla="*/ 4523044 h 6315453"/>
                <a:gd name="connsiteX25" fmla="*/ 973831 w 5774333"/>
                <a:gd name="connsiteY25" fmla="*/ 4643601 h 6315453"/>
                <a:gd name="connsiteX26" fmla="*/ 1022014 w 5774333"/>
                <a:gd name="connsiteY26" fmla="*/ 4702780 h 6315453"/>
                <a:gd name="connsiteX27" fmla="*/ 1069215 w 5774333"/>
                <a:gd name="connsiteY27" fmla="*/ 4759411 h 6315453"/>
                <a:gd name="connsiteX28" fmla="*/ 1474784 w 5774333"/>
                <a:gd name="connsiteY28" fmla="*/ 5177948 h 6315453"/>
                <a:gd name="connsiteX29" fmla="*/ 1690442 w 5774333"/>
                <a:gd name="connsiteY29" fmla="*/ 5366255 h 6315453"/>
                <a:gd name="connsiteX30" fmla="*/ 1916276 w 5774333"/>
                <a:gd name="connsiteY30" fmla="*/ 5539852 h 6315453"/>
                <a:gd name="connsiteX31" fmla="*/ 2420784 w 5774333"/>
                <a:gd name="connsiteY31" fmla="*/ 5814437 h 6315453"/>
                <a:gd name="connsiteX32" fmla="*/ 2703015 w 5774333"/>
                <a:gd name="connsiteY32" fmla="*/ 5892029 h 6315453"/>
                <a:gd name="connsiteX33" fmla="*/ 2775350 w 5774333"/>
                <a:gd name="connsiteY33" fmla="*/ 5905695 h 6315453"/>
                <a:gd name="connsiteX34" fmla="*/ 2848299 w 5774333"/>
                <a:gd name="connsiteY34" fmla="*/ 5917161 h 6315453"/>
                <a:gd name="connsiteX35" fmla="*/ 2995544 w 5774333"/>
                <a:gd name="connsiteY35" fmla="*/ 5933605 h 6315453"/>
                <a:gd name="connsiteX36" fmla="*/ 3069596 w 5774333"/>
                <a:gd name="connsiteY36" fmla="*/ 5938933 h 6315453"/>
                <a:gd name="connsiteX37" fmla="*/ 3143894 w 5774333"/>
                <a:gd name="connsiteY37" fmla="*/ 5942639 h 6315453"/>
                <a:gd name="connsiteX38" fmla="*/ 3218436 w 5774333"/>
                <a:gd name="connsiteY38" fmla="*/ 5944260 h 6315453"/>
                <a:gd name="connsiteX39" fmla="*/ 3293101 w 5774333"/>
                <a:gd name="connsiteY39" fmla="*/ 5943913 h 6315453"/>
                <a:gd name="connsiteX40" fmla="*/ 3330494 w 5774333"/>
                <a:gd name="connsiteY40" fmla="*/ 5943565 h 6315453"/>
                <a:gd name="connsiteX41" fmla="*/ 3366540 w 5774333"/>
                <a:gd name="connsiteY41" fmla="*/ 5942059 h 6315453"/>
                <a:gd name="connsiteX42" fmla="*/ 3402462 w 5774333"/>
                <a:gd name="connsiteY42" fmla="*/ 5940323 h 6315453"/>
                <a:gd name="connsiteX43" fmla="*/ 3438262 w 5774333"/>
                <a:gd name="connsiteY43" fmla="*/ 5937543 h 6315453"/>
                <a:gd name="connsiteX44" fmla="*/ 3580236 w 5774333"/>
                <a:gd name="connsiteY44" fmla="*/ 5920982 h 6315453"/>
                <a:gd name="connsiteX45" fmla="*/ 4121034 w 5774333"/>
                <a:gd name="connsiteY45" fmla="*/ 5753290 h 6315453"/>
                <a:gd name="connsiteX46" fmla="*/ 4620639 w 5774333"/>
                <a:gd name="connsiteY46" fmla="*/ 5459364 h 6315453"/>
                <a:gd name="connsiteX47" fmla="*/ 4741771 w 5774333"/>
                <a:gd name="connsiteY47" fmla="*/ 5372971 h 6315453"/>
                <a:gd name="connsiteX48" fmla="*/ 4862901 w 5774333"/>
                <a:gd name="connsiteY48" fmla="*/ 5283682 h 6315453"/>
                <a:gd name="connsiteX49" fmla="*/ 5108229 w 5774333"/>
                <a:gd name="connsiteY49" fmla="*/ 5098386 h 6315453"/>
                <a:gd name="connsiteX50" fmla="*/ 5612493 w 5774333"/>
                <a:gd name="connsiteY50" fmla="*/ 4739724 h 6315453"/>
                <a:gd name="connsiteX51" fmla="*/ 5774333 w 5774333"/>
                <a:gd name="connsiteY51" fmla="*/ 4623488 h 6315453"/>
                <a:gd name="connsiteX52" fmla="*/ 5774333 w 5774333"/>
                <a:gd name="connsiteY52" fmla="*/ 5232926 h 6315453"/>
                <a:gd name="connsiteX53" fmla="*/ 5676492 w 5774333"/>
                <a:gd name="connsiteY53" fmla="*/ 5306859 h 6315453"/>
                <a:gd name="connsiteX54" fmla="*/ 5426260 w 5774333"/>
                <a:gd name="connsiteY54" fmla="*/ 5486233 h 6315453"/>
                <a:gd name="connsiteX55" fmla="*/ 5300225 w 5774333"/>
                <a:gd name="connsiteY55" fmla="*/ 5576217 h 6315453"/>
                <a:gd name="connsiteX56" fmla="*/ 5170757 w 5774333"/>
                <a:gd name="connsiteY56" fmla="*/ 5666780 h 6315453"/>
                <a:gd name="connsiteX57" fmla="*/ 5038100 w 5774333"/>
                <a:gd name="connsiteY57" fmla="*/ 5756185 h 6315453"/>
                <a:gd name="connsiteX58" fmla="*/ 4901276 w 5774333"/>
                <a:gd name="connsiteY58" fmla="*/ 5843043 h 6315453"/>
                <a:gd name="connsiteX59" fmla="*/ 4614019 w 5774333"/>
                <a:gd name="connsiteY59" fmla="*/ 6006103 h 6315453"/>
                <a:gd name="connsiteX60" fmla="*/ 4305061 w 5774333"/>
                <a:gd name="connsiteY60" fmla="*/ 6144726 h 6315453"/>
                <a:gd name="connsiteX61" fmla="*/ 3632710 w 5774333"/>
                <a:gd name="connsiteY61" fmla="*/ 6304196 h 6315453"/>
                <a:gd name="connsiteX62" fmla="*/ 3459594 w 5774333"/>
                <a:gd name="connsiteY62" fmla="*/ 6314504 h 6315453"/>
                <a:gd name="connsiteX63" fmla="*/ 3416315 w 5774333"/>
                <a:gd name="connsiteY63" fmla="*/ 6315429 h 6315453"/>
                <a:gd name="connsiteX64" fmla="*/ 3373159 w 5774333"/>
                <a:gd name="connsiteY64" fmla="*/ 6315198 h 6315453"/>
                <a:gd name="connsiteX65" fmla="*/ 3330127 w 5774333"/>
                <a:gd name="connsiteY65" fmla="*/ 6314735 h 6315453"/>
                <a:gd name="connsiteX66" fmla="*/ 3288320 w 5774333"/>
                <a:gd name="connsiteY66" fmla="*/ 6313230 h 6315453"/>
                <a:gd name="connsiteX67" fmla="*/ 2954350 w 5774333"/>
                <a:gd name="connsiteY67" fmla="*/ 6288098 h 6315453"/>
                <a:gd name="connsiteX68" fmla="*/ 2622466 w 5774333"/>
                <a:gd name="connsiteY68" fmla="*/ 6232742 h 6315453"/>
                <a:gd name="connsiteX69" fmla="*/ 2296466 w 5774333"/>
                <a:gd name="connsiteY69" fmla="*/ 6146001 h 6315453"/>
                <a:gd name="connsiteX70" fmla="*/ 1672419 w 5774333"/>
                <a:gd name="connsiteY70" fmla="*/ 5885197 h 6315453"/>
                <a:gd name="connsiteX71" fmla="*/ 1146578 w 5774333"/>
                <a:gd name="connsiteY71" fmla="*/ 5479168 h 6315453"/>
                <a:gd name="connsiteX72" fmla="*/ 933372 w 5774333"/>
                <a:gd name="connsiteY72" fmla="*/ 5234810 h 6315453"/>
                <a:gd name="connsiteX73" fmla="*/ 747140 w 5774333"/>
                <a:gd name="connsiteY73" fmla="*/ 4976091 h 6315453"/>
                <a:gd name="connsiteX74" fmla="*/ 703616 w 5774333"/>
                <a:gd name="connsiteY74" fmla="*/ 4910196 h 6315453"/>
                <a:gd name="connsiteX75" fmla="*/ 662053 w 5774333"/>
                <a:gd name="connsiteY75" fmla="*/ 4846269 h 6315453"/>
                <a:gd name="connsiteX76" fmla="*/ 580033 w 5774333"/>
                <a:gd name="connsiteY76" fmla="*/ 4722352 h 6315453"/>
                <a:gd name="connsiteX77" fmla="*/ 410105 w 5774333"/>
                <a:gd name="connsiteY77" fmla="*/ 4469193 h 6315453"/>
                <a:gd name="connsiteX78" fmla="*/ 244224 w 5774333"/>
                <a:gd name="connsiteY78" fmla="*/ 4201556 h 6315453"/>
                <a:gd name="connsiteX79" fmla="*/ 169437 w 5774333"/>
                <a:gd name="connsiteY79" fmla="*/ 4059690 h 6315453"/>
                <a:gd name="connsiteX80" fmla="*/ 105929 w 5774333"/>
                <a:gd name="connsiteY80" fmla="*/ 3911221 h 6315453"/>
                <a:gd name="connsiteX81" fmla="*/ 57256 w 5774333"/>
                <a:gd name="connsiteY81" fmla="*/ 3757195 h 6315453"/>
                <a:gd name="connsiteX82" fmla="*/ 39111 w 5774333"/>
                <a:gd name="connsiteY82" fmla="*/ 3678677 h 6315453"/>
                <a:gd name="connsiteX83" fmla="*/ 31142 w 5774333"/>
                <a:gd name="connsiteY83" fmla="*/ 3639300 h 6315453"/>
                <a:gd name="connsiteX84" fmla="*/ 24521 w 5774333"/>
                <a:gd name="connsiteY84" fmla="*/ 3599809 h 6315453"/>
                <a:gd name="connsiteX85" fmla="*/ 0 w 5774333"/>
                <a:gd name="connsiteY85" fmla="*/ 3283418 h 6315453"/>
                <a:gd name="connsiteX86" fmla="*/ 68045 w 5774333"/>
                <a:gd name="connsiteY86" fmla="*/ 2666963 h 6315453"/>
                <a:gd name="connsiteX87" fmla="*/ 272546 w 5774333"/>
                <a:gd name="connsiteY87" fmla="*/ 2076334 h 6315453"/>
                <a:gd name="connsiteX88" fmla="*/ 1039300 w 5774333"/>
                <a:gd name="connsiteY88" fmla="*/ 1073307 h 6315453"/>
                <a:gd name="connsiteX89" fmla="*/ 1547733 w 5774333"/>
                <a:gd name="connsiteY89" fmla="*/ 680365 h 6315453"/>
                <a:gd name="connsiteX90" fmla="*/ 2115995 w 5774333"/>
                <a:gd name="connsiteY90" fmla="*/ 368373 h 6315453"/>
                <a:gd name="connsiteX91" fmla="*/ 3377451 w 5774333"/>
                <a:gd name="connsiteY91" fmla="*/ 24304 h 6315453"/>
                <a:gd name="connsiteX92" fmla="*/ 3707237 w 5774333"/>
                <a:gd name="connsiteY92" fmla="*/ 1489 h 6315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</a:cxnLst>
              <a:rect l="l" t="t" r="r" b="b"/>
              <a:pathLst>
                <a:path w="5774333" h="6315453">
                  <a:moveTo>
                    <a:pt x="3707237" y="1489"/>
                  </a:moveTo>
                  <a:cubicBezTo>
                    <a:pt x="3817502" y="-1522"/>
                    <a:pt x="3927875" y="41"/>
                    <a:pt x="4037665" y="6121"/>
                  </a:cubicBezTo>
                  <a:cubicBezTo>
                    <a:pt x="4257614" y="18745"/>
                    <a:pt x="4477439" y="49665"/>
                    <a:pt x="4692239" y="102128"/>
                  </a:cubicBezTo>
                  <a:cubicBezTo>
                    <a:pt x="4907039" y="154474"/>
                    <a:pt x="5116811" y="228592"/>
                    <a:pt x="5315059" y="324945"/>
                  </a:cubicBezTo>
                  <a:cubicBezTo>
                    <a:pt x="5463562" y="397211"/>
                    <a:pt x="5606133" y="481527"/>
                    <a:pt x="5738325" y="578286"/>
                  </a:cubicBezTo>
                  <a:lnTo>
                    <a:pt x="5774333" y="606551"/>
                  </a:lnTo>
                  <a:lnTo>
                    <a:pt x="5774333" y="975490"/>
                  </a:lnTo>
                  <a:lnTo>
                    <a:pt x="5676001" y="889749"/>
                  </a:lnTo>
                  <a:cubicBezTo>
                    <a:pt x="5522381" y="769886"/>
                    <a:pt x="5355519" y="665657"/>
                    <a:pt x="5177132" y="581926"/>
                  </a:cubicBezTo>
                  <a:cubicBezTo>
                    <a:pt x="4998867" y="497965"/>
                    <a:pt x="4810183" y="433574"/>
                    <a:pt x="4615735" y="388640"/>
                  </a:cubicBezTo>
                  <a:cubicBezTo>
                    <a:pt x="4421289" y="343591"/>
                    <a:pt x="4221446" y="317649"/>
                    <a:pt x="4020010" y="308500"/>
                  </a:cubicBezTo>
                  <a:cubicBezTo>
                    <a:pt x="3818207" y="298887"/>
                    <a:pt x="3616649" y="305257"/>
                    <a:pt x="3416315" y="328882"/>
                  </a:cubicBezTo>
                  <a:cubicBezTo>
                    <a:pt x="3216106" y="352623"/>
                    <a:pt x="3017736" y="392346"/>
                    <a:pt x="2823779" y="446545"/>
                  </a:cubicBezTo>
                  <a:cubicBezTo>
                    <a:pt x="2629699" y="500513"/>
                    <a:pt x="2440401" y="570345"/>
                    <a:pt x="2256987" y="651296"/>
                  </a:cubicBezTo>
                  <a:cubicBezTo>
                    <a:pt x="1889058" y="811461"/>
                    <a:pt x="1545527" y="1023856"/>
                    <a:pt x="1244169" y="1280374"/>
                  </a:cubicBezTo>
                  <a:cubicBezTo>
                    <a:pt x="1093982" y="1409039"/>
                    <a:pt x="954828" y="1549400"/>
                    <a:pt x="830141" y="1700184"/>
                  </a:cubicBezTo>
                  <a:cubicBezTo>
                    <a:pt x="705209" y="1850736"/>
                    <a:pt x="594989" y="2012176"/>
                    <a:pt x="502792" y="2182300"/>
                  </a:cubicBezTo>
                  <a:cubicBezTo>
                    <a:pt x="410595" y="2352308"/>
                    <a:pt x="333847" y="2530307"/>
                    <a:pt x="280637" y="2715256"/>
                  </a:cubicBezTo>
                  <a:cubicBezTo>
                    <a:pt x="227306" y="2899741"/>
                    <a:pt x="199719" y="3091521"/>
                    <a:pt x="199843" y="3283418"/>
                  </a:cubicBezTo>
                  <a:cubicBezTo>
                    <a:pt x="200946" y="3377687"/>
                    <a:pt x="210754" y="3471261"/>
                    <a:pt x="233926" y="3561593"/>
                  </a:cubicBezTo>
                  <a:cubicBezTo>
                    <a:pt x="256730" y="3652040"/>
                    <a:pt x="292162" y="3738550"/>
                    <a:pt x="334582" y="3821816"/>
                  </a:cubicBezTo>
                  <a:cubicBezTo>
                    <a:pt x="356038" y="3863392"/>
                    <a:pt x="379823" y="3904157"/>
                    <a:pt x="404834" y="3944343"/>
                  </a:cubicBezTo>
                  <a:cubicBezTo>
                    <a:pt x="430212" y="3984413"/>
                    <a:pt x="457308" y="4023905"/>
                    <a:pt x="485506" y="4062932"/>
                  </a:cubicBezTo>
                  <a:cubicBezTo>
                    <a:pt x="542639" y="4140757"/>
                    <a:pt x="606146" y="4216265"/>
                    <a:pt x="671861" y="4292120"/>
                  </a:cubicBezTo>
                  <a:cubicBezTo>
                    <a:pt x="737576" y="4368091"/>
                    <a:pt x="806234" y="4444062"/>
                    <a:pt x="873542" y="4523044"/>
                  </a:cubicBezTo>
                  <a:cubicBezTo>
                    <a:pt x="907258" y="4562419"/>
                    <a:pt x="940606" y="4602721"/>
                    <a:pt x="973831" y="4643601"/>
                  </a:cubicBezTo>
                  <a:lnTo>
                    <a:pt x="1022014" y="4702780"/>
                  </a:lnTo>
                  <a:cubicBezTo>
                    <a:pt x="1037829" y="4721658"/>
                    <a:pt x="1052910" y="4740998"/>
                    <a:pt x="1069215" y="4759411"/>
                  </a:cubicBezTo>
                  <a:cubicBezTo>
                    <a:pt x="1196477" y="4909269"/>
                    <a:pt x="1334527" y="5047199"/>
                    <a:pt x="1474784" y="5177948"/>
                  </a:cubicBezTo>
                  <a:cubicBezTo>
                    <a:pt x="1545281" y="5243033"/>
                    <a:pt x="1617003" y="5305917"/>
                    <a:pt x="1690442" y="5366255"/>
                  </a:cubicBezTo>
                  <a:cubicBezTo>
                    <a:pt x="1763881" y="5426591"/>
                    <a:pt x="1838668" y="5484959"/>
                    <a:pt x="1916276" y="5539852"/>
                  </a:cubicBezTo>
                  <a:cubicBezTo>
                    <a:pt x="2070877" y="5649872"/>
                    <a:pt x="2237617" y="5748194"/>
                    <a:pt x="2420784" y="5814437"/>
                  </a:cubicBezTo>
                  <a:cubicBezTo>
                    <a:pt x="2512124" y="5847559"/>
                    <a:pt x="2606773" y="5872921"/>
                    <a:pt x="2703015" y="5892029"/>
                  </a:cubicBezTo>
                  <a:cubicBezTo>
                    <a:pt x="2727168" y="5896546"/>
                    <a:pt x="2751075" y="5901758"/>
                    <a:pt x="2775350" y="5905695"/>
                  </a:cubicBezTo>
                  <a:lnTo>
                    <a:pt x="2848299" y="5917161"/>
                  </a:lnTo>
                  <a:cubicBezTo>
                    <a:pt x="2897218" y="5923298"/>
                    <a:pt x="2946136" y="5929784"/>
                    <a:pt x="2995544" y="5933605"/>
                  </a:cubicBezTo>
                  <a:cubicBezTo>
                    <a:pt x="3020188" y="5935806"/>
                    <a:pt x="3044831" y="5937891"/>
                    <a:pt x="3069596" y="5938933"/>
                  </a:cubicBezTo>
                  <a:cubicBezTo>
                    <a:pt x="3094362" y="5940090"/>
                    <a:pt x="3119005" y="5941943"/>
                    <a:pt x="3143894" y="5942639"/>
                  </a:cubicBezTo>
                  <a:lnTo>
                    <a:pt x="3218436" y="5944260"/>
                  </a:lnTo>
                  <a:cubicBezTo>
                    <a:pt x="3243201" y="5944838"/>
                    <a:pt x="3268212" y="5944029"/>
                    <a:pt x="3293101" y="5943913"/>
                  </a:cubicBezTo>
                  <a:lnTo>
                    <a:pt x="3330494" y="5943565"/>
                  </a:lnTo>
                  <a:cubicBezTo>
                    <a:pt x="3342632" y="5943218"/>
                    <a:pt x="3354524" y="5942523"/>
                    <a:pt x="3366540" y="5942059"/>
                  </a:cubicBezTo>
                  <a:cubicBezTo>
                    <a:pt x="3378554" y="5941480"/>
                    <a:pt x="3390570" y="5941134"/>
                    <a:pt x="3402462" y="5940323"/>
                  </a:cubicBezTo>
                  <a:lnTo>
                    <a:pt x="3438262" y="5937543"/>
                  </a:lnTo>
                  <a:cubicBezTo>
                    <a:pt x="3485954" y="5933953"/>
                    <a:pt x="3533279" y="5927931"/>
                    <a:pt x="3580236" y="5920982"/>
                  </a:cubicBezTo>
                  <a:cubicBezTo>
                    <a:pt x="3768185" y="5891567"/>
                    <a:pt x="3948901" y="5834010"/>
                    <a:pt x="4121034" y="5753290"/>
                  </a:cubicBezTo>
                  <a:cubicBezTo>
                    <a:pt x="4293782" y="5673497"/>
                    <a:pt x="4458191" y="5571353"/>
                    <a:pt x="4620639" y="5459364"/>
                  </a:cubicBezTo>
                  <a:cubicBezTo>
                    <a:pt x="4661221" y="5431455"/>
                    <a:pt x="4701557" y="5402271"/>
                    <a:pt x="4741771" y="5372971"/>
                  </a:cubicBezTo>
                  <a:cubicBezTo>
                    <a:pt x="4782230" y="5343672"/>
                    <a:pt x="4822566" y="5313908"/>
                    <a:pt x="4862901" y="5283682"/>
                  </a:cubicBezTo>
                  <a:lnTo>
                    <a:pt x="5108229" y="5098386"/>
                  </a:lnTo>
                  <a:cubicBezTo>
                    <a:pt x="5276563" y="4972270"/>
                    <a:pt x="5446489" y="4854838"/>
                    <a:pt x="5612493" y="4739724"/>
                  </a:cubicBezTo>
                  <a:lnTo>
                    <a:pt x="5774333" y="4623488"/>
                  </a:lnTo>
                  <a:lnTo>
                    <a:pt x="5774333" y="5232926"/>
                  </a:lnTo>
                  <a:lnTo>
                    <a:pt x="5676492" y="5306859"/>
                  </a:lnTo>
                  <a:cubicBezTo>
                    <a:pt x="5592693" y="5367905"/>
                    <a:pt x="5508955" y="5427286"/>
                    <a:pt x="5426260" y="5486233"/>
                  </a:cubicBezTo>
                  <a:lnTo>
                    <a:pt x="5300225" y="5576217"/>
                  </a:lnTo>
                  <a:cubicBezTo>
                    <a:pt x="5257559" y="5606443"/>
                    <a:pt x="5214525" y="5636901"/>
                    <a:pt x="5170757" y="5666780"/>
                  </a:cubicBezTo>
                  <a:cubicBezTo>
                    <a:pt x="5127110" y="5696775"/>
                    <a:pt x="5082973" y="5726654"/>
                    <a:pt x="5038100" y="5756185"/>
                  </a:cubicBezTo>
                  <a:cubicBezTo>
                    <a:pt x="4993106" y="5785486"/>
                    <a:pt x="4947743" y="5814553"/>
                    <a:pt x="4901276" y="5843043"/>
                  </a:cubicBezTo>
                  <a:cubicBezTo>
                    <a:pt x="4808835" y="5900136"/>
                    <a:pt x="4713449" y="5955494"/>
                    <a:pt x="4614019" y="6006103"/>
                  </a:cubicBezTo>
                  <a:cubicBezTo>
                    <a:pt x="4514711" y="6056943"/>
                    <a:pt x="4411971" y="6104192"/>
                    <a:pt x="4305061" y="6144726"/>
                  </a:cubicBezTo>
                  <a:cubicBezTo>
                    <a:pt x="4092223" y="6226952"/>
                    <a:pt x="3863569" y="6282424"/>
                    <a:pt x="3632710" y="6304196"/>
                  </a:cubicBezTo>
                  <a:cubicBezTo>
                    <a:pt x="3574964" y="6309408"/>
                    <a:pt x="3517218" y="6313345"/>
                    <a:pt x="3459594" y="6314504"/>
                  </a:cubicBezTo>
                  <a:lnTo>
                    <a:pt x="3416315" y="6315429"/>
                  </a:lnTo>
                  <a:cubicBezTo>
                    <a:pt x="3401971" y="6315546"/>
                    <a:pt x="3387505" y="6315198"/>
                    <a:pt x="3373159" y="6315198"/>
                  </a:cubicBezTo>
                  <a:lnTo>
                    <a:pt x="3330127" y="6314735"/>
                  </a:lnTo>
                  <a:lnTo>
                    <a:pt x="3288320" y="6313230"/>
                  </a:lnTo>
                  <a:cubicBezTo>
                    <a:pt x="3176996" y="6309870"/>
                    <a:pt x="3065428" y="6301533"/>
                    <a:pt x="2954350" y="6288098"/>
                  </a:cubicBezTo>
                  <a:cubicBezTo>
                    <a:pt x="2843150" y="6275360"/>
                    <a:pt x="2732194" y="6257061"/>
                    <a:pt x="2622466" y="6232742"/>
                  </a:cubicBezTo>
                  <a:cubicBezTo>
                    <a:pt x="2512859" y="6208190"/>
                    <a:pt x="2404110" y="6179122"/>
                    <a:pt x="2296466" y="6146001"/>
                  </a:cubicBezTo>
                  <a:cubicBezTo>
                    <a:pt x="2081544" y="6079179"/>
                    <a:pt x="1869073" y="5996027"/>
                    <a:pt x="1672419" y="5885197"/>
                  </a:cubicBezTo>
                  <a:cubicBezTo>
                    <a:pt x="1475643" y="5774599"/>
                    <a:pt x="1299954" y="5634353"/>
                    <a:pt x="1146578" y="5479168"/>
                  </a:cubicBezTo>
                  <a:cubicBezTo>
                    <a:pt x="1069461" y="5401692"/>
                    <a:pt x="999333" y="5319235"/>
                    <a:pt x="933372" y="5234810"/>
                  </a:cubicBezTo>
                  <a:cubicBezTo>
                    <a:pt x="867781" y="5150038"/>
                    <a:pt x="805375" y="5063991"/>
                    <a:pt x="747140" y="4976091"/>
                  </a:cubicBezTo>
                  <a:cubicBezTo>
                    <a:pt x="732182" y="4954319"/>
                    <a:pt x="718082" y="4932199"/>
                    <a:pt x="703616" y="4910196"/>
                  </a:cubicBezTo>
                  <a:lnTo>
                    <a:pt x="662053" y="4846269"/>
                  </a:lnTo>
                  <a:cubicBezTo>
                    <a:pt x="635449" y="4804925"/>
                    <a:pt x="607864" y="4763928"/>
                    <a:pt x="580033" y="4722352"/>
                  </a:cubicBezTo>
                  <a:lnTo>
                    <a:pt x="410105" y="4469193"/>
                  </a:lnTo>
                  <a:cubicBezTo>
                    <a:pt x="353095" y="4382915"/>
                    <a:pt x="296820" y="4294089"/>
                    <a:pt x="244224" y="4201556"/>
                  </a:cubicBezTo>
                  <a:cubicBezTo>
                    <a:pt x="217987" y="4155232"/>
                    <a:pt x="192609" y="4108098"/>
                    <a:pt x="169437" y="4059690"/>
                  </a:cubicBezTo>
                  <a:cubicBezTo>
                    <a:pt x="146388" y="4011165"/>
                    <a:pt x="124932" y="3961715"/>
                    <a:pt x="105929" y="3911221"/>
                  </a:cubicBezTo>
                  <a:cubicBezTo>
                    <a:pt x="87293" y="3860613"/>
                    <a:pt x="70742" y="3809309"/>
                    <a:pt x="57256" y="3757195"/>
                  </a:cubicBezTo>
                  <a:cubicBezTo>
                    <a:pt x="50881" y="3731138"/>
                    <a:pt x="44383" y="3704965"/>
                    <a:pt x="39111" y="3678677"/>
                  </a:cubicBezTo>
                  <a:lnTo>
                    <a:pt x="31142" y="3639300"/>
                  </a:lnTo>
                  <a:lnTo>
                    <a:pt x="24521" y="3599809"/>
                  </a:lnTo>
                  <a:cubicBezTo>
                    <a:pt x="7234" y="3494423"/>
                    <a:pt x="0" y="3388457"/>
                    <a:pt x="0" y="3283418"/>
                  </a:cubicBezTo>
                  <a:cubicBezTo>
                    <a:pt x="491" y="3076698"/>
                    <a:pt x="23418" y="2869978"/>
                    <a:pt x="68045" y="2666963"/>
                  </a:cubicBezTo>
                  <a:cubicBezTo>
                    <a:pt x="112550" y="2464064"/>
                    <a:pt x="180717" y="2265104"/>
                    <a:pt x="272546" y="2076334"/>
                  </a:cubicBezTo>
                  <a:cubicBezTo>
                    <a:pt x="457062" y="1698794"/>
                    <a:pt x="724457" y="1360978"/>
                    <a:pt x="1039300" y="1073307"/>
                  </a:cubicBezTo>
                  <a:cubicBezTo>
                    <a:pt x="1197090" y="929472"/>
                    <a:pt x="1367630" y="798259"/>
                    <a:pt x="1547733" y="680365"/>
                  </a:cubicBezTo>
                  <a:cubicBezTo>
                    <a:pt x="1728081" y="562587"/>
                    <a:pt x="1917870" y="457663"/>
                    <a:pt x="2115995" y="368373"/>
                  </a:cubicBezTo>
                  <a:cubicBezTo>
                    <a:pt x="2512737" y="191070"/>
                    <a:pt x="2939883" y="73870"/>
                    <a:pt x="3377451" y="24304"/>
                  </a:cubicBezTo>
                  <a:cubicBezTo>
                    <a:pt x="3486812" y="12086"/>
                    <a:pt x="3596971" y="4500"/>
                    <a:pt x="3707237" y="148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C18CE1F-9DF1-47AF-9E66-6CE348AC23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464911 h 6229400"/>
                <a:gd name="connsiteX4" fmla="*/ 5660063 w 5769111"/>
                <a:gd name="connsiteY4" fmla="*/ 1328105 h 6229400"/>
                <a:gd name="connsiteX5" fmla="*/ 4910471 w 5769111"/>
                <a:gd name="connsiteY5" fmla="*/ 781599 h 6229400"/>
                <a:gd name="connsiteX6" fmla="*/ 3882695 w 5769111"/>
                <a:gd name="connsiteY6" fmla="*/ 579048 h 6229400"/>
                <a:gd name="connsiteX7" fmla="*/ 2683153 w 5769111"/>
                <a:gd name="connsiteY7" fmla="*/ 797003 h 6229400"/>
                <a:gd name="connsiteX8" fmla="*/ 1617493 w 5769111"/>
                <a:gd name="connsiteY8" fmla="*/ 1395738 h 6229400"/>
                <a:gd name="connsiteX9" fmla="*/ 880408 w 5769111"/>
                <a:gd name="connsiteY9" fmla="*/ 2259099 h 6229400"/>
                <a:gd name="connsiteX10" fmla="*/ 613135 w 5769111"/>
                <a:gd name="connsiteY10" fmla="*/ 3263863 h 6229400"/>
                <a:gd name="connsiteX11" fmla="*/ 1055484 w 5769111"/>
                <a:gd name="connsiteY11" fmla="*/ 4196825 h 6229400"/>
                <a:gd name="connsiteX12" fmla="*/ 1278376 w 5769111"/>
                <a:gd name="connsiteY12" fmla="*/ 4492950 h 6229400"/>
                <a:gd name="connsiteX13" fmla="*/ 3369851 w 5769111"/>
                <a:gd name="connsiteY13" fmla="*/ 5650468 h 6229400"/>
                <a:gd name="connsiteX14" fmla="*/ 4957551 w 5769111"/>
                <a:gd name="connsiteY14" fmla="*/ 4938355 h 6229400"/>
                <a:gd name="connsiteX15" fmla="*/ 5150773 w 5769111"/>
                <a:gd name="connsiteY15" fmla="*/ 4796950 h 6229400"/>
                <a:gd name="connsiteX16" fmla="*/ 5747247 w 5769111"/>
                <a:gd name="connsiteY16" fmla="*/ 4338176 h 6229400"/>
                <a:gd name="connsiteX17" fmla="*/ 5769111 w 5769111"/>
                <a:gd name="connsiteY17" fmla="*/ 4318497 h 6229400"/>
                <a:gd name="connsiteX18" fmla="*/ 5769111 w 5769111"/>
                <a:gd name="connsiteY18" fmla="*/ 5074612 h 6229400"/>
                <a:gd name="connsiteX19" fmla="*/ 5636252 w 5769111"/>
                <a:gd name="connsiteY19" fmla="*/ 5174208 h 6229400"/>
                <a:gd name="connsiteX20" fmla="*/ 5334922 w 5769111"/>
                <a:gd name="connsiteY20" fmla="*/ 5394528 h 6229400"/>
                <a:gd name="connsiteX21" fmla="*/ 3369727 w 5769111"/>
                <a:gd name="connsiteY21" fmla="*/ 6229400 h 6229400"/>
                <a:gd name="connsiteX22" fmla="*/ 771046 w 5769111"/>
                <a:gd name="connsiteY22" fmla="*/ 4817913 h 6229400"/>
                <a:gd name="connsiteX23" fmla="*/ 0 w 5769111"/>
                <a:gd name="connsiteY23" fmla="*/ 3263748 h 6229400"/>
                <a:gd name="connsiteX24" fmla="*/ 3882695 w 5769111"/>
                <a:gd name="connsiteY24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464911"/>
                  </a:lnTo>
                  <a:lnTo>
                    <a:pt x="5660063" y="1328105"/>
                  </a:lnTo>
                  <a:cubicBezTo>
                    <a:pt x="5449800" y="1091506"/>
                    <a:pt x="5197607" y="907600"/>
                    <a:pt x="4910471" y="781599"/>
                  </a:cubicBezTo>
                  <a:cubicBezTo>
                    <a:pt x="4604088" y="647260"/>
                    <a:pt x="4258349" y="579048"/>
                    <a:pt x="3882695" y="579048"/>
                  </a:cubicBezTo>
                  <a:cubicBezTo>
                    <a:pt x="3484238" y="579048"/>
                    <a:pt x="3080631" y="652240"/>
                    <a:pt x="2683153" y="797003"/>
                  </a:cubicBezTo>
                  <a:cubicBezTo>
                    <a:pt x="2296098" y="937595"/>
                    <a:pt x="1927678" y="1144662"/>
                    <a:pt x="1617493" y="1395738"/>
                  </a:cubicBezTo>
                  <a:cubicBezTo>
                    <a:pt x="1301915" y="1651098"/>
                    <a:pt x="1053890" y="1941665"/>
                    <a:pt x="880408" y="2259099"/>
                  </a:cubicBezTo>
                  <a:cubicBezTo>
                    <a:pt x="703125" y="2583597"/>
                    <a:pt x="613135" y="2921645"/>
                    <a:pt x="613135" y="3263863"/>
                  </a:cubicBezTo>
                  <a:cubicBezTo>
                    <a:pt x="613135" y="3608512"/>
                    <a:pt x="756702" y="3809789"/>
                    <a:pt x="1055484" y="4196825"/>
                  </a:cubicBezTo>
                  <a:cubicBezTo>
                    <a:pt x="1127574" y="4290167"/>
                    <a:pt x="1202116" y="4386753"/>
                    <a:pt x="1278376" y="4492950"/>
                  </a:cubicBezTo>
                  <a:cubicBezTo>
                    <a:pt x="1861105" y="5304313"/>
                    <a:pt x="2486623" y="5650468"/>
                    <a:pt x="3369851" y="5650468"/>
                  </a:cubicBezTo>
                  <a:cubicBezTo>
                    <a:pt x="3949515" y="5650468"/>
                    <a:pt x="4374822" y="5368471"/>
                    <a:pt x="4957551" y="4938355"/>
                  </a:cubicBezTo>
                  <a:cubicBezTo>
                    <a:pt x="5022653" y="4890293"/>
                    <a:pt x="5087755" y="4842811"/>
                    <a:pt x="5150773" y="4796950"/>
                  </a:cubicBezTo>
                  <a:cubicBezTo>
                    <a:pt x="5364254" y="4641404"/>
                    <a:pt x="5570313" y="4491241"/>
                    <a:pt x="5747247" y="4338176"/>
                  </a:cubicBezTo>
                  <a:lnTo>
                    <a:pt x="5769111" y="4318497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5BD26A8C-8D1D-41E6-A71E-FE9AC75F3F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675390 h 6229400"/>
                <a:gd name="connsiteX4" fmla="*/ 5711488 w 5769111"/>
                <a:gd name="connsiteY4" fmla="*/ 1585205 h 6229400"/>
                <a:gd name="connsiteX5" fmla="*/ 5566027 w 5769111"/>
                <a:gd name="connsiteY5" fmla="*/ 1402571 h 6229400"/>
                <a:gd name="connsiteX6" fmla="*/ 4858734 w 5769111"/>
                <a:gd name="connsiteY6" fmla="*/ 886639 h 6229400"/>
                <a:gd name="connsiteX7" fmla="*/ 3882695 w 5769111"/>
                <a:gd name="connsiteY7" fmla="*/ 694858 h 6229400"/>
                <a:gd name="connsiteX8" fmla="*/ 2727046 w 5769111"/>
                <a:gd name="connsiteY8" fmla="*/ 905053 h 6229400"/>
                <a:gd name="connsiteX9" fmla="*/ 1697186 w 5769111"/>
                <a:gd name="connsiteY9" fmla="*/ 1483638 h 6229400"/>
                <a:gd name="connsiteX10" fmla="*/ 989279 w 5769111"/>
                <a:gd name="connsiteY10" fmla="*/ 2312139 h 6229400"/>
                <a:gd name="connsiteX11" fmla="*/ 735615 w 5769111"/>
                <a:gd name="connsiteY11" fmla="*/ 3263863 h 6229400"/>
                <a:gd name="connsiteX12" fmla="*/ 1154424 w 5769111"/>
                <a:gd name="connsiteY12" fmla="*/ 4128614 h 6229400"/>
                <a:gd name="connsiteX13" fmla="*/ 1379768 w 5769111"/>
                <a:gd name="connsiteY13" fmla="*/ 4427981 h 6229400"/>
                <a:gd name="connsiteX14" fmla="*/ 2239456 w 5769111"/>
                <a:gd name="connsiteY14" fmla="*/ 5256947 h 6229400"/>
                <a:gd name="connsiteX15" fmla="*/ 3369727 w 5769111"/>
                <a:gd name="connsiteY15" fmla="*/ 5534658 h 6229400"/>
                <a:gd name="connsiteX16" fmla="*/ 4096760 w 5769111"/>
                <a:gd name="connsiteY16" fmla="*/ 5357817 h 6229400"/>
                <a:gd name="connsiteX17" fmla="*/ 4881905 w 5769111"/>
                <a:gd name="connsiteY17" fmla="*/ 4847212 h 6229400"/>
                <a:gd name="connsiteX18" fmla="*/ 5075739 w 5769111"/>
                <a:gd name="connsiteY18" fmla="*/ 4705346 h 6229400"/>
                <a:gd name="connsiteX19" fmla="*/ 5759930 w 5769111"/>
                <a:gd name="connsiteY19" fmla="*/ 4166809 h 6229400"/>
                <a:gd name="connsiteX20" fmla="*/ 5769111 w 5769111"/>
                <a:gd name="connsiteY20" fmla="*/ 4157764 h 6229400"/>
                <a:gd name="connsiteX21" fmla="*/ 5769111 w 5769111"/>
                <a:gd name="connsiteY21" fmla="*/ 5074612 h 6229400"/>
                <a:gd name="connsiteX22" fmla="*/ 5636252 w 5769111"/>
                <a:gd name="connsiteY22" fmla="*/ 5174208 h 6229400"/>
                <a:gd name="connsiteX23" fmla="*/ 5334922 w 5769111"/>
                <a:gd name="connsiteY23" fmla="*/ 5394528 h 6229400"/>
                <a:gd name="connsiteX24" fmla="*/ 3369727 w 5769111"/>
                <a:gd name="connsiteY24" fmla="*/ 6229400 h 6229400"/>
                <a:gd name="connsiteX25" fmla="*/ 771046 w 5769111"/>
                <a:gd name="connsiteY25" fmla="*/ 4817913 h 6229400"/>
                <a:gd name="connsiteX26" fmla="*/ 0 w 5769111"/>
                <a:gd name="connsiteY26" fmla="*/ 3263748 h 6229400"/>
                <a:gd name="connsiteX27" fmla="*/ 3882695 w 5769111"/>
                <a:gd name="connsiteY27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675390"/>
                  </a:lnTo>
                  <a:lnTo>
                    <a:pt x="5711488" y="1585205"/>
                  </a:lnTo>
                  <a:cubicBezTo>
                    <a:pt x="5665942" y="1521390"/>
                    <a:pt x="5617428" y="1460432"/>
                    <a:pt x="5566027" y="1402571"/>
                  </a:cubicBezTo>
                  <a:cubicBezTo>
                    <a:pt x="5367411" y="1179058"/>
                    <a:pt x="5129563" y="1005460"/>
                    <a:pt x="4858734" y="886639"/>
                  </a:cubicBezTo>
                  <a:cubicBezTo>
                    <a:pt x="4568779" y="759363"/>
                    <a:pt x="4240327" y="694858"/>
                    <a:pt x="3882695" y="694858"/>
                  </a:cubicBezTo>
                  <a:cubicBezTo>
                    <a:pt x="3504835" y="694858"/>
                    <a:pt x="3105151" y="767471"/>
                    <a:pt x="2727046" y="905053"/>
                  </a:cubicBezTo>
                  <a:cubicBezTo>
                    <a:pt x="2352985" y="1041013"/>
                    <a:pt x="1996826" y="1241132"/>
                    <a:pt x="1697186" y="1483638"/>
                  </a:cubicBezTo>
                  <a:cubicBezTo>
                    <a:pt x="1397913" y="1725796"/>
                    <a:pt x="1153199" y="2012308"/>
                    <a:pt x="989279" y="2312139"/>
                  </a:cubicBezTo>
                  <a:cubicBezTo>
                    <a:pt x="820946" y="2620077"/>
                    <a:pt x="735615" y="2940290"/>
                    <a:pt x="735615" y="3263863"/>
                  </a:cubicBezTo>
                  <a:cubicBezTo>
                    <a:pt x="735615" y="3573074"/>
                    <a:pt x="863980" y="3752464"/>
                    <a:pt x="1154424" y="4128614"/>
                  </a:cubicBezTo>
                  <a:cubicBezTo>
                    <a:pt x="1227127" y="4222767"/>
                    <a:pt x="1302282" y="4320162"/>
                    <a:pt x="1379768" y="4427981"/>
                  </a:cubicBezTo>
                  <a:cubicBezTo>
                    <a:pt x="1653784" y="4809458"/>
                    <a:pt x="1934912" y="5080685"/>
                    <a:pt x="2239456" y="5256947"/>
                  </a:cubicBezTo>
                  <a:cubicBezTo>
                    <a:pt x="2562268" y="5443863"/>
                    <a:pt x="2932037" y="5534658"/>
                    <a:pt x="3369727" y="5534658"/>
                  </a:cubicBezTo>
                  <a:cubicBezTo>
                    <a:pt x="3618120" y="5534658"/>
                    <a:pt x="3849103" y="5478491"/>
                    <a:pt x="4096760" y="5357817"/>
                  </a:cubicBezTo>
                  <a:cubicBezTo>
                    <a:pt x="4351037" y="5233901"/>
                    <a:pt x="4602740" y="5053238"/>
                    <a:pt x="4881905" y="4847212"/>
                  </a:cubicBezTo>
                  <a:cubicBezTo>
                    <a:pt x="4947375" y="4798920"/>
                    <a:pt x="5012599" y="4751322"/>
                    <a:pt x="5075739" y="4705346"/>
                  </a:cubicBezTo>
                  <a:cubicBezTo>
                    <a:pt x="5327320" y="4521990"/>
                    <a:pt x="5568418" y="4346256"/>
                    <a:pt x="5759930" y="4166809"/>
                  </a:cubicBezTo>
                  <a:lnTo>
                    <a:pt x="5769111" y="4157764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7" name="Graphic 6" descr="Classroom">
            <a:extLst>
              <a:ext uri="{FF2B5EF4-FFF2-40B4-BE49-F238E27FC236}">
                <a16:creationId xmlns:a16="http://schemas.microsoft.com/office/drawing/2014/main" id="{56927A2A-305D-BB21-376C-1884D170CB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121726" y="1629089"/>
            <a:ext cx="3620021" cy="362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47067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45A9F99-D9B1-4094-A2E2-B90AC1DB7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7FAF607-473A-4A43-A23D-BBFF5C4117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5FFDAF-B6C3-7F20-89A3-EC4E90D482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31240" y="219950"/>
            <a:ext cx="5501693" cy="990891"/>
          </a:xfrm>
        </p:spPr>
        <p:txBody>
          <a:bodyPr>
            <a:normAutofit/>
          </a:bodyPr>
          <a:lstStyle/>
          <a:p>
            <a:r>
              <a:rPr lang="en-GB" sz="4000" b="1" dirty="0">
                <a:solidFill>
                  <a:schemeClr val="tx2"/>
                </a:solidFill>
              </a:rPr>
              <a:t>What do you need to do?</a:t>
            </a:r>
          </a:p>
        </p:txBody>
      </p:sp>
      <p:pic>
        <p:nvPicPr>
          <p:cNvPr id="7" name="Graphic 6" descr="Confused Person">
            <a:extLst>
              <a:ext uri="{FF2B5EF4-FFF2-40B4-BE49-F238E27FC236}">
                <a16:creationId xmlns:a16="http://schemas.microsoft.com/office/drawing/2014/main" id="{A25FAB85-F874-4D15-230E-BFB83A0B2B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6951" y="1793846"/>
            <a:ext cx="3620021" cy="3620021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9797ED-A44D-2AA0-AAF2-C105E619D1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1239" y="1430792"/>
            <a:ext cx="6005121" cy="4630180"/>
          </a:xfrm>
        </p:spPr>
        <p:txBody>
          <a:bodyPr anchor="ctr">
            <a:normAutofit/>
          </a:bodyPr>
          <a:lstStyle/>
          <a:p>
            <a:pPr algn="just"/>
            <a:r>
              <a:rPr lang="en-GB" sz="2000" dirty="0">
                <a:solidFill>
                  <a:schemeClr val="tx2"/>
                </a:solidFill>
              </a:rPr>
              <a:t>Ask questions (feel free to interrupt me if you need any clarification);</a:t>
            </a:r>
          </a:p>
          <a:p>
            <a:pPr algn="just"/>
            <a:r>
              <a:rPr lang="en-GB" sz="2000" dirty="0">
                <a:solidFill>
                  <a:schemeClr val="tx2"/>
                </a:solidFill>
              </a:rPr>
              <a:t>Interact and be active in your learning (Learning is not a spectator sport!);</a:t>
            </a:r>
          </a:p>
          <a:p>
            <a:pPr algn="just"/>
            <a:r>
              <a:rPr lang="en-GB" sz="2000" dirty="0">
                <a:solidFill>
                  <a:schemeClr val="tx2"/>
                </a:solidFill>
              </a:rPr>
              <a:t>Take responsibility for your learning;</a:t>
            </a:r>
          </a:p>
          <a:p>
            <a:pPr algn="just"/>
            <a:r>
              <a:rPr lang="en-GB" sz="2000" dirty="0">
                <a:solidFill>
                  <a:schemeClr val="tx2"/>
                </a:solidFill>
              </a:rPr>
              <a:t>Solve all exercises;</a:t>
            </a:r>
          </a:p>
          <a:p>
            <a:pPr algn="just"/>
            <a:r>
              <a:rPr lang="en-GB" sz="2000" dirty="0">
                <a:solidFill>
                  <a:schemeClr val="tx2"/>
                </a:solidFill>
              </a:rPr>
              <a:t>Do extra work (check recommended books/videos, etc);</a:t>
            </a:r>
          </a:p>
          <a:p>
            <a:pPr algn="just"/>
            <a:r>
              <a:rPr lang="en-GB" sz="2000" dirty="0">
                <a:solidFill>
                  <a:schemeClr val="tx2"/>
                </a:solidFill>
              </a:rPr>
              <a:t>Respect everyone else.</a:t>
            </a:r>
          </a:p>
          <a:p>
            <a:pPr marL="0" indent="0">
              <a:buNone/>
            </a:pPr>
            <a:endParaRPr lang="en-GB" sz="2000" dirty="0">
              <a:solidFill>
                <a:schemeClr val="tx2"/>
              </a:solidFill>
            </a:endParaRPr>
          </a:p>
          <a:p>
            <a:pPr marL="0" indent="0" algn="ctr">
              <a:buNone/>
            </a:pPr>
            <a:r>
              <a:rPr lang="en-GB" sz="2000" dirty="0">
                <a:solidFill>
                  <a:srgbClr val="FF0000"/>
                </a:solidFill>
              </a:rPr>
              <a:t>Anything bothering you? Struggling?</a:t>
            </a:r>
            <a:r>
              <a:rPr lang="en-GB" sz="2000" dirty="0">
                <a:solidFill>
                  <a:schemeClr val="tx2"/>
                </a:solidFill>
              </a:rPr>
              <a:t> </a:t>
            </a:r>
            <a:r>
              <a:rPr lang="en-GB" sz="2000" dirty="0">
                <a:solidFill>
                  <a:srgbClr val="0070C0"/>
                </a:solidFill>
              </a:rPr>
              <a:t>Contact me!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5F6476F-D303-44D3-B30F-1BA348F0F6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2635" y="52996"/>
            <a:ext cx="5928607" cy="6805005"/>
            <a:chOff x="6095999" y="52996"/>
            <a:chExt cx="6093363" cy="6805005"/>
          </a:xfrm>
          <a:solidFill>
            <a:schemeClr val="accent5">
              <a:alpha val="10000"/>
            </a:schemeClr>
          </a:solidFill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972EB4B-0539-4430-9340-8117B9D7C3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1" y="52996"/>
              <a:ext cx="6093361" cy="6805003"/>
            </a:xfrm>
            <a:custGeom>
              <a:avLst/>
              <a:gdLst>
                <a:gd name="connsiteX0" fmla="*/ 3391253 w 5890489"/>
                <a:gd name="connsiteY0" fmla="*/ 0 h 6578438"/>
                <a:gd name="connsiteX1" fmla="*/ 3434974 w 5890489"/>
                <a:gd name="connsiteY1" fmla="*/ 646 h 6578438"/>
                <a:gd name="connsiteX2" fmla="*/ 3522419 w 5890489"/>
                <a:gd name="connsiteY2" fmla="*/ 2712 h 6578438"/>
                <a:gd name="connsiteX3" fmla="*/ 3610261 w 5890489"/>
                <a:gd name="connsiteY3" fmla="*/ 6458 h 6578438"/>
                <a:gd name="connsiteX4" fmla="*/ 3786872 w 5890489"/>
                <a:gd name="connsiteY4" fmla="*/ 20667 h 6578438"/>
                <a:gd name="connsiteX5" fmla="*/ 3962291 w 5890489"/>
                <a:gd name="connsiteY5" fmla="*/ 43530 h 6578438"/>
                <a:gd name="connsiteX6" fmla="*/ 4135855 w 5890489"/>
                <a:gd name="connsiteY6" fmla="*/ 75176 h 6578438"/>
                <a:gd name="connsiteX7" fmla="*/ 4307299 w 5890489"/>
                <a:gd name="connsiteY7" fmla="*/ 114315 h 6578438"/>
                <a:gd name="connsiteX8" fmla="*/ 4476358 w 5890489"/>
                <a:gd name="connsiteY8" fmla="*/ 160816 h 6578438"/>
                <a:gd name="connsiteX9" fmla="*/ 4559829 w 5890489"/>
                <a:gd name="connsiteY9" fmla="*/ 186779 h 6578438"/>
                <a:gd name="connsiteX10" fmla="*/ 4642901 w 5890489"/>
                <a:gd name="connsiteY10" fmla="*/ 213648 h 6578438"/>
                <a:gd name="connsiteX11" fmla="*/ 5280847 w 5890489"/>
                <a:gd name="connsiteY11" fmla="*/ 485936 h 6578438"/>
                <a:gd name="connsiteX12" fmla="*/ 5865400 w 5890489"/>
                <a:gd name="connsiteY12" fmla="*/ 851099 h 6578438"/>
                <a:gd name="connsiteX13" fmla="*/ 5890489 w 5890489"/>
                <a:gd name="connsiteY13" fmla="*/ 870950 h 6578438"/>
                <a:gd name="connsiteX14" fmla="*/ 5890489 w 5890489"/>
                <a:gd name="connsiteY14" fmla="*/ 1321814 h 6578438"/>
                <a:gd name="connsiteX15" fmla="*/ 5887395 w 5890489"/>
                <a:gd name="connsiteY15" fmla="*/ 1318952 h 6578438"/>
                <a:gd name="connsiteX16" fmla="*/ 5830291 w 5890489"/>
                <a:gd name="connsiteY16" fmla="*/ 1265992 h 6578438"/>
                <a:gd name="connsiteX17" fmla="*/ 5815981 w 5890489"/>
                <a:gd name="connsiteY17" fmla="*/ 1252687 h 6578438"/>
                <a:gd name="connsiteX18" fmla="*/ 5801142 w 5890489"/>
                <a:gd name="connsiteY18" fmla="*/ 1240158 h 6578438"/>
                <a:gd name="connsiteX19" fmla="*/ 5771464 w 5890489"/>
                <a:gd name="connsiteY19" fmla="*/ 1214969 h 6578438"/>
                <a:gd name="connsiteX20" fmla="*/ 5651030 w 5890489"/>
                <a:gd name="connsiteY20" fmla="*/ 1115767 h 6578438"/>
                <a:gd name="connsiteX21" fmla="*/ 5123183 w 5890489"/>
                <a:gd name="connsiteY21" fmla="*/ 780443 h 6578438"/>
                <a:gd name="connsiteX22" fmla="*/ 4533860 w 5890489"/>
                <a:gd name="connsiteY22" fmla="*/ 567701 h 6578438"/>
                <a:gd name="connsiteX23" fmla="*/ 4457281 w 5890489"/>
                <a:gd name="connsiteY23" fmla="*/ 550780 h 6578438"/>
                <a:gd name="connsiteX24" fmla="*/ 4380568 w 5890489"/>
                <a:gd name="connsiteY24" fmla="*/ 535279 h 6578438"/>
                <a:gd name="connsiteX25" fmla="*/ 4303325 w 5890489"/>
                <a:gd name="connsiteY25" fmla="*/ 522879 h 6578438"/>
                <a:gd name="connsiteX26" fmla="*/ 4264769 w 5890489"/>
                <a:gd name="connsiteY26" fmla="*/ 516679 h 6578438"/>
                <a:gd name="connsiteX27" fmla="*/ 4226082 w 5890489"/>
                <a:gd name="connsiteY27" fmla="*/ 511253 h 6578438"/>
                <a:gd name="connsiteX28" fmla="*/ 4070934 w 5890489"/>
                <a:gd name="connsiteY28" fmla="*/ 494848 h 6578438"/>
                <a:gd name="connsiteX29" fmla="*/ 3915521 w 5890489"/>
                <a:gd name="connsiteY29" fmla="*/ 486065 h 6578438"/>
                <a:gd name="connsiteX30" fmla="*/ 3760241 w 5890489"/>
                <a:gd name="connsiteY30" fmla="*/ 484257 h 6578438"/>
                <a:gd name="connsiteX31" fmla="*/ 3682734 w 5890489"/>
                <a:gd name="connsiteY31" fmla="*/ 486581 h 6578438"/>
                <a:gd name="connsiteX32" fmla="*/ 3605491 w 5890489"/>
                <a:gd name="connsiteY32" fmla="*/ 488907 h 6578438"/>
                <a:gd name="connsiteX33" fmla="*/ 3527454 w 5890489"/>
                <a:gd name="connsiteY33" fmla="*/ 493169 h 6578438"/>
                <a:gd name="connsiteX34" fmla="*/ 3449151 w 5890489"/>
                <a:gd name="connsiteY34" fmla="*/ 498336 h 6578438"/>
                <a:gd name="connsiteX35" fmla="*/ 3410067 w 5890489"/>
                <a:gd name="connsiteY35" fmla="*/ 500532 h 6578438"/>
                <a:gd name="connsiteX36" fmla="*/ 3371246 w 5890489"/>
                <a:gd name="connsiteY36" fmla="*/ 504279 h 6578438"/>
                <a:gd name="connsiteX37" fmla="*/ 3293739 w 5890489"/>
                <a:gd name="connsiteY37" fmla="*/ 511512 h 6578438"/>
                <a:gd name="connsiteX38" fmla="*/ 2689445 w 5890489"/>
                <a:gd name="connsiteY38" fmla="*/ 610198 h 6578438"/>
                <a:gd name="connsiteX39" fmla="*/ 2117875 w 5890489"/>
                <a:gd name="connsiteY39" fmla="*/ 800335 h 6578438"/>
                <a:gd name="connsiteX40" fmla="*/ 1981276 w 5890489"/>
                <a:gd name="connsiteY40" fmla="*/ 865566 h 6578438"/>
                <a:gd name="connsiteX41" fmla="*/ 1847991 w 5890489"/>
                <a:gd name="connsiteY41" fmla="*/ 938676 h 6578438"/>
                <a:gd name="connsiteX42" fmla="*/ 1783069 w 5890489"/>
                <a:gd name="connsiteY42" fmla="*/ 978718 h 6578438"/>
                <a:gd name="connsiteX43" fmla="*/ 1750609 w 5890489"/>
                <a:gd name="connsiteY43" fmla="*/ 998869 h 6578438"/>
                <a:gd name="connsiteX44" fmla="*/ 1734312 w 5890489"/>
                <a:gd name="connsiteY44" fmla="*/ 1008945 h 6578438"/>
                <a:gd name="connsiteX45" fmla="*/ 1718547 w 5890489"/>
                <a:gd name="connsiteY45" fmla="*/ 1019924 h 6578438"/>
                <a:gd name="connsiteX46" fmla="*/ 1655481 w 5890489"/>
                <a:gd name="connsiteY46" fmla="*/ 1063582 h 6578438"/>
                <a:gd name="connsiteX47" fmla="*/ 1593077 w 5890489"/>
                <a:gd name="connsiteY47" fmla="*/ 1108664 h 6578438"/>
                <a:gd name="connsiteX48" fmla="*/ 1532263 w 5890489"/>
                <a:gd name="connsiteY48" fmla="*/ 1156197 h 6578438"/>
                <a:gd name="connsiteX49" fmla="*/ 1472509 w 5890489"/>
                <a:gd name="connsiteY49" fmla="*/ 1205152 h 6578438"/>
                <a:gd name="connsiteX50" fmla="*/ 1414212 w 5890489"/>
                <a:gd name="connsiteY50" fmla="*/ 1256175 h 6578438"/>
                <a:gd name="connsiteX51" fmla="*/ 1357242 w 5890489"/>
                <a:gd name="connsiteY51" fmla="*/ 1308359 h 6578438"/>
                <a:gd name="connsiteX52" fmla="*/ 1153072 w 5890489"/>
                <a:gd name="connsiteY52" fmla="*/ 1529498 h 6578438"/>
                <a:gd name="connsiteX53" fmla="*/ 1002694 w 5890489"/>
                <a:gd name="connsiteY53" fmla="*/ 1770658 h 6578438"/>
                <a:gd name="connsiteX54" fmla="*/ 974076 w 5890489"/>
                <a:gd name="connsiteY54" fmla="*/ 1835371 h 6578438"/>
                <a:gd name="connsiteX55" fmla="*/ 949564 w 5890489"/>
                <a:gd name="connsiteY55" fmla="*/ 1903573 h 6578438"/>
                <a:gd name="connsiteX56" fmla="*/ 927173 w 5890489"/>
                <a:gd name="connsiteY56" fmla="*/ 1974229 h 6578438"/>
                <a:gd name="connsiteX57" fmla="*/ 906107 w 5890489"/>
                <a:gd name="connsiteY57" fmla="*/ 2046952 h 6578438"/>
                <a:gd name="connsiteX58" fmla="*/ 751092 w 5890489"/>
                <a:gd name="connsiteY58" fmla="*/ 2676266 h 6578438"/>
                <a:gd name="connsiteX59" fmla="*/ 547189 w 5890489"/>
                <a:gd name="connsiteY59" fmla="*/ 3308422 h 6578438"/>
                <a:gd name="connsiteX60" fmla="*/ 441195 w 5890489"/>
                <a:gd name="connsiteY60" fmla="*/ 3866306 h 6578438"/>
                <a:gd name="connsiteX61" fmla="*/ 527182 w 5890489"/>
                <a:gd name="connsiteY61" fmla="*/ 4439174 h 6578438"/>
                <a:gd name="connsiteX62" fmla="*/ 775073 w 5890489"/>
                <a:gd name="connsiteY62" fmla="*/ 4987240 h 6578438"/>
                <a:gd name="connsiteX63" fmla="*/ 943206 w 5890489"/>
                <a:gd name="connsiteY63" fmla="*/ 5244933 h 6578438"/>
                <a:gd name="connsiteX64" fmla="*/ 1133728 w 5890489"/>
                <a:gd name="connsiteY64" fmla="*/ 5490356 h 6578438"/>
                <a:gd name="connsiteX65" fmla="*/ 1359626 w 5890489"/>
                <a:gd name="connsiteY65" fmla="*/ 5709815 h 6578438"/>
                <a:gd name="connsiteX66" fmla="*/ 1481254 w 5890489"/>
                <a:gd name="connsiteY66" fmla="*/ 5809146 h 6578438"/>
                <a:gd name="connsiteX67" fmla="*/ 1543260 w 5890489"/>
                <a:gd name="connsiteY67" fmla="*/ 5856940 h 6578438"/>
                <a:gd name="connsiteX68" fmla="*/ 1607518 w 5890489"/>
                <a:gd name="connsiteY68" fmla="*/ 5901374 h 6578438"/>
                <a:gd name="connsiteX69" fmla="*/ 2145566 w 5890489"/>
                <a:gd name="connsiteY69" fmla="*/ 6193814 h 6578438"/>
                <a:gd name="connsiteX70" fmla="*/ 2214991 w 5890489"/>
                <a:gd name="connsiteY70" fmla="*/ 6221844 h 6578438"/>
                <a:gd name="connsiteX71" fmla="*/ 2249307 w 5890489"/>
                <a:gd name="connsiteY71" fmla="*/ 6236182 h 6578438"/>
                <a:gd name="connsiteX72" fmla="*/ 2284285 w 5890489"/>
                <a:gd name="connsiteY72" fmla="*/ 6248711 h 6578438"/>
                <a:gd name="connsiteX73" fmla="*/ 2354241 w 5890489"/>
                <a:gd name="connsiteY73" fmla="*/ 6273124 h 6578438"/>
                <a:gd name="connsiteX74" fmla="*/ 2371597 w 5890489"/>
                <a:gd name="connsiteY74" fmla="*/ 6279324 h 6578438"/>
                <a:gd name="connsiteX75" fmla="*/ 2387894 w 5890489"/>
                <a:gd name="connsiteY75" fmla="*/ 6287719 h 6578438"/>
                <a:gd name="connsiteX76" fmla="*/ 2421414 w 5890489"/>
                <a:gd name="connsiteY76" fmla="*/ 6302186 h 6578438"/>
                <a:gd name="connsiteX77" fmla="*/ 2489117 w 5890489"/>
                <a:gd name="connsiteY77" fmla="*/ 6329441 h 6578438"/>
                <a:gd name="connsiteX78" fmla="*/ 2522902 w 5890489"/>
                <a:gd name="connsiteY78" fmla="*/ 6343134 h 6578438"/>
                <a:gd name="connsiteX79" fmla="*/ 2556953 w 5890489"/>
                <a:gd name="connsiteY79" fmla="*/ 6356051 h 6578438"/>
                <a:gd name="connsiteX80" fmla="*/ 2695009 w 5890489"/>
                <a:gd name="connsiteY80" fmla="*/ 6401905 h 6578438"/>
                <a:gd name="connsiteX81" fmla="*/ 3268035 w 5890489"/>
                <a:gd name="connsiteY81" fmla="*/ 6501238 h 6578438"/>
                <a:gd name="connsiteX82" fmla="*/ 3341038 w 5890489"/>
                <a:gd name="connsiteY82" fmla="*/ 6506145 h 6578438"/>
                <a:gd name="connsiteX83" fmla="*/ 3414703 w 5890489"/>
                <a:gd name="connsiteY83" fmla="*/ 6507050 h 6578438"/>
                <a:gd name="connsiteX84" fmla="*/ 3488237 w 5890489"/>
                <a:gd name="connsiteY84" fmla="*/ 6508212 h 6578438"/>
                <a:gd name="connsiteX85" fmla="*/ 3524142 w 5890489"/>
                <a:gd name="connsiteY85" fmla="*/ 6507955 h 6578438"/>
                <a:gd name="connsiteX86" fmla="*/ 3559252 w 5890489"/>
                <a:gd name="connsiteY86" fmla="*/ 6506921 h 6578438"/>
                <a:gd name="connsiteX87" fmla="*/ 3629207 w 5890489"/>
                <a:gd name="connsiteY87" fmla="*/ 6503045 h 6578438"/>
                <a:gd name="connsiteX88" fmla="*/ 3698633 w 5890489"/>
                <a:gd name="connsiteY88" fmla="*/ 6496845 h 6578438"/>
                <a:gd name="connsiteX89" fmla="*/ 3733213 w 5890489"/>
                <a:gd name="connsiteY89" fmla="*/ 6493357 h 6578438"/>
                <a:gd name="connsiteX90" fmla="*/ 3767529 w 5890489"/>
                <a:gd name="connsiteY90" fmla="*/ 6488707 h 6578438"/>
                <a:gd name="connsiteX91" fmla="*/ 3801845 w 5890489"/>
                <a:gd name="connsiteY91" fmla="*/ 6484057 h 6578438"/>
                <a:gd name="connsiteX92" fmla="*/ 3835895 w 5890489"/>
                <a:gd name="connsiteY92" fmla="*/ 6478116 h 6578438"/>
                <a:gd name="connsiteX93" fmla="*/ 4364801 w 5890489"/>
                <a:gd name="connsiteY93" fmla="*/ 6308517 h 6578438"/>
                <a:gd name="connsiteX94" fmla="*/ 4861379 w 5890489"/>
                <a:gd name="connsiteY94" fmla="*/ 6000576 h 6578438"/>
                <a:gd name="connsiteX95" fmla="*/ 5341263 w 5890489"/>
                <a:gd name="connsiteY95" fmla="*/ 5605834 h 6578438"/>
                <a:gd name="connsiteX96" fmla="*/ 5587301 w 5890489"/>
                <a:gd name="connsiteY96" fmla="*/ 5390379 h 6578438"/>
                <a:gd name="connsiteX97" fmla="*/ 5849105 w 5890489"/>
                <a:gd name="connsiteY97" fmla="*/ 5176344 h 6578438"/>
                <a:gd name="connsiteX98" fmla="*/ 5890489 w 5890489"/>
                <a:gd name="connsiteY98" fmla="*/ 5145260 h 6578438"/>
                <a:gd name="connsiteX99" fmla="*/ 5890489 w 5890489"/>
                <a:gd name="connsiteY99" fmla="*/ 5995323 h 6578438"/>
                <a:gd name="connsiteX100" fmla="*/ 5811477 w 5890489"/>
                <a:gd name="connsiteY100" fmla="*/ 6077819 h 6578438"/>
                <a:gd name="connsiteX101" fmla="*/ 5301384 w 5890489"/>
                <a:gd name="connsiteY101" fmla="*/ 6542958 h 6578438"/>
                <a:gd name="connsiteX102" fmla="*/ 5252008 w 5890489"/>
                <a:gd name="connsiteY102" fmla="*/ 6578438 h 6578438"/>
                <a:gd name="connsiteX103" fmla="*/ 1653730 w 5890489"/>
                <a:gd name="connsiteY103" fmla="*/ 6578438 h 6578438"/>
                <a:gd name="connsiteX104" fmla="*/ 1549768 w 5890489"/>
                <a:gd name="connsiteY104" fmla="*/ 6488821 h 6578438"/>
                <a:gd name="connsiteX105" fmla="*/ 1298282 w 5890489"/>
                <a:gd name="connsiteY105" fmla="*/ 6243932 h 6578438"/>
                <a:gd name="connsiteX106" fmla="*/ 1237999 w 5890489"/>
                <a:gd name="connsiteY106" fmla="*/ 6181671 h 6578438"/>
                <a:gd name="connsiteX107" fmla="*/ 1179967 w 5890489"/>
                <a:gd name="connsiteY107" fmla="*/ 6117862 h 6578438"/>
                <a:gd name="connsiteX108" fmla="*/ 1121936 w 5890489"/>
                <a:gd name="connsiteY108" fmla="*/ 6054569 h 6578438"/>
                <a:gd name="connsiteX109" fmla="*/ 1065628 w 5890489"/>
                <a:gd name="connsiteY109" fmla="*/ 5990243 h 6578438"/>
                <a:gd name="connsiteX110" fmla="*/ 954335 w 5890489"/>
                <a:gd name="connsiteY110" fmla="*/ 5861460 h 6578438"/>
                <a:gd name="connsiteX111" fmla="*/ 898953 w 5890489"/>
                <a:gd name="connsiteY111" fmla="*/ 5797393 h 6578438"/>
                <a:gd name="connsiteX112" fmla="*/ 842908 w 5890489"/>
                <a:gd name="connsiteY112" fmla="*/ 5733582 h 6578438"/>
                <a:gd name="connsiteX113" fmla="*/ 622442 w 5890489"/>
                <a:gd name="connsiteY113" fmla="*/ 5471884 h 6578438"/>
                <a:gd name="connsiteX114" fmla="*/ 425559 w 5890489"/>
                <a:gd name="connsiteY114" fmla="*/ 5190036 h 6578438"/>
                <a:gd name="connsiteX115" fmla="*/ 123877 w 5890489"/>
                <a:gd name="connsiteY115" fmla="*/ 4564210 h 6578438"/>
                <a:gd name="connsiteX116" fmla="*/ 130 w 5890489"/>
                <a:gd name="connsiteY116" fmla="*/ 3865530 h 6578438"/>
                <a:gd name="connsiteX117" fmla="*/ 30602 w 5890489"/>
                <a:gd name="connsiteY117" fmla="*/ 3505793 h 6578438"/>
                <a:gd name="connsiteX118" fmla="*/ 126924 w 5890489"/>
                <a:gd name="connsiteY118" fmla="*/ 3157164 h 6578438"/>
                <a:gd name="connsiteX119" fmla="*/ 334803 w 5890489"/>
                <a:gd name="connsiteY119" fmla="*/ 2560530 h 6578438"/>
                <a:gd name="connsiteX120" fmla="*/ 381176 w 5890489"/>
                <a:gd name="connsiteY120" fmla="*/ 2409144 h 6578438"/>
                <a:gd name="connsiteX121" fmla="*/ 425825 w 5890489"/>
                <a:gd name="connsiteY121" fmla="*/ 2255819 h 6578438"/>
                <a:gd name="connsiteX122" fmla="*/ 470210 w 5890489"/>
                <a:gd name="connsiteY122" fmla="*/ 2099523 h 6578438"/>
                <a:gd name="connsiteX123" fmla="*/ 492998 w 5890489"/>
                <a:gd name="connsiteY123" fmla="*/ 2020213 h 6578438"/>
                <a:gd name="connsiteX124" fmla="*/ 517509 w 5890489"/>
                <a:gd name="connsiteY124" fmla="*/ 1939224 h 6578438"/>
                <a:gd name="connsiteX125" fmla="*/ 544007 w 5890489"/>
                <a:gd name="connsiteY125" fmla="*/ 1857201 h 6578438"/>
                <a:gd name="connsiteX126" fmla="*/ 573288 w 5890489"/>
                <a:gd name="connsiteY126" fmla="*/ 1774274 h 6578438"/>
                <a:gd name="connsiteX127" fmla="*/ 606146 w 5890489"/>
                <a:gd name="connsiteY127" fmla="*/ 1690832 h 6578438"/>
                <a:gd name="connsiteX128" fmla="*/ 644569 w 5890489"/>
                <a:gd name="connsiteY128" fmla="*/ 1607775 h 6578438"/>
                <a:gd name="connsiteX129" fmla="*/ 837874 w 5890489"/>
                <a:gd name="connsiteY129" fmla="*/ 1297638 h 6578438"/>
                <a:gd name="connsiteX130" fmla="*/ 1069602 w 5890489"/>
                <a:gd name="connsiteY130" fmla="*/ 1032194 h 6578438"/>
                <a:gd name="connsiteX131" fmla="*/ 1130548 w 5890489"/>
                <a:gd name="connsiteY131" fmla="*/ 970839 h 6578438"/>
                <a:gd name="connsiteX132" fmla="*/ 1192024 w 5890489"/>
                <a:gd name="connsiteY132" fmla="*/ 910129 h 6578438"/>
                <a:gd name="connsiteX133" fmla="*/ 1255356 w 5890489"/>
                <a:gd name="connsiteY133" fmla="*/ 850841 h 6578438"/>
                <a:gd name="connsiteX134" fmla="*/ 1319614 w 5890489"/>
                <a:gd name="connsiteY134" fmla="*/ 792068 h 6578438"/>
                <a:gd name="connsiteX135" fmla="*/ 1385728 w 5890489"/>
                <a:gd name="connsiteY135" fmla="*/ 734975 h 6578438"/>
                <a:gd name="connsiteX136" fmla="*/ 1452768 w 5890489"/>
                <a:gd name="connsiteY136" fmla="*/ 678528 h 6578438"/>
                <a:gd name="connsiteX137" fmla="*/ 1469594 w 5890489"/>
                <a:gd name="connsiteY137" fmla="*/ 664449 h 6578438"/>
                <a:gd name="connsiteX138" fmla="*/ 1487083 w 5890489"/>
                <a:gd name="connsiteY138" fmla="*/ 651015 h 6578438"/>
                <a:gd name="connsiteX139" fmla="*/ 1522193 w 5890489"/>
                <a:gd name="connsiteY139" fmla="*/ 624277 h 6578438"/>
                <a:gd name="connsiteX140" fmla="*/ 1592415 w 5890489"/>
                <a:gd name="connsiteY140" fmla="*/ 570671 h 6578438"/>
                <a:gd name="connsiteX141" fmla="*/ 1738287 w 5890489"/>
                <a:gd name="connsiteY141" fmla="*/ 469402 h 6578438"/>
                <a:gd name="connsiteX142" fmla="*/ 1890918 w 5890489"/>
                <a:gd name="connsiteY142" fmla="*/ 376530 h 6578438"/>
                <a:gd name="connsiteX143" fmla="*/ 2555363 w 5890489"/>
                <a:gd name="connsiteY143" fmla="*/ 105274 h 6578438"/>
                <a:gd name="connsiteX144" fmla="*/ 3259291 w 5890489"/>
                <a:gd name="connsiteY144" fmla="*/ 3229 h 6578438"/>
                <a:gd name="connsiteX145" fmla="*/ 3347265 w 5890489"/>
                <a:gd name="connsiteY145" fmla="*/ 903 h 6578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</a:cxnLst>
              <a:rect l="l" t="t" r="r" b="b"/>
              <a:pathLst>
                <a:path w="5890489" h="6578438">
                  <a:moveTo>
                    <a:pt x="3391253" y="0"/>
                  </a:moveTo>
                  <a:lnTo>
                    <a:pt x="3434974" y="646"/>
                  </a:lnTo>
                  <a:lnTo>
                    <a:pt x="3522419" y="2712"/>
                  </a:lnTo>
                  <a:cubicBezTo>
                    <a:pt x="3551567" y="3488"/>
                    <a:pt x="3580451" y="3746"/>
                    <a:pt x="3610261" y="6458"/>
                  </a:cubicBezTo>
                  <a:cubicBezTo>
                    <a:pt x="3669353" y="10850"/>
                    <a:pt x="3728179" y="14337"/>
                    <a:pt x="3786872" y="20667"/>
                  </a:cubicBezTo>
                  <a:lnTo>
                    <a:pt x="3962291" y="43530"/>
                  </a:lnTo>
                  <a:lnTo>
                    <a:pt x="4135855" y="75176"/>
                  </a:lnTo>
                  <a:cubicBezTo>
                    <a:pt x="4193224" y="87836"/>
                    <a:pt x="4250328" y="101398"/>
                    <a:pt x="4307299" y="114315"/>
                  </a:cubicBezTo>
                  <a:cubicBezTo>
                    <a:pt x="4364139" y="128394"/>
                    <a:pt x="4420050" y="145575"/>
                    <a:pt x="4476358" y="160816"/>
                  </a:cubicBezTo>
                  <a:cubicBezTo>
                    <a:pt x="4504580" y="167921"/>
                    <a:pt x="4532138" y="177995"/>
                    <a:pt x="4559829" y="186779"/>
                  </a:cubicBezTo>
                  <a:lnTo>
                    <a:pt x="4642901" y="213648"/>
                  </a:lnTo>
                  <a:cubicBezTo>
                    <a:pt x="4863234" y="288307"/>
                    <a:pt x="5076414" y="379371"/>
                    <a:pt x="5280847" y="485936"/>
                  </a:cubicBezTo>
                  <a:cubicBezTo>
                    <a:pt x="5485018" y="592631"/>
                    <a:pt x="5681768" y="713145"/>
                    <a:pt x="5865400" y="851099"/>
                  </a:cubicBezTo>
                  <a:lnTo>
                    <a:pt x="5890489" y="870950"/>
                  </a:lnTo>
                  <a:lnTo>
                    <a:pt x="5890489" y="1321814"/>
                  </a:lnTo>
                  <a:lnTo>
                    <a:pt x="5887395" y="1318952"/>
                  </a:lnTo>
                  <a:lnTo>
                    <a:pt x="5830291" y="1265992"/>
                  </a:lnTo>
                  <a:lnTo>
                    <a:pt x="5815981" y="1252687"/>
                  </a:lnTo>
                  <a:lnTo>
                    <a:pt x="5801142" y="1240158"/>
                  </a:lnTo>
                  <a:lnTo>
                    <a:pt x="5771464" y="1214969"/>
                  </a:lnTo>
                  <a:cubicBezTo>
                    <a:pt x="5731849" y="1181385"/>
                    <a:pt x="5692897" y="1146896"/>
                    <a:pt x="5651030" y="1115767"/>
                  </a:cubicBezTo>
                  <a:cubicBezTo>
                    <a:pt x="5487534" y="986985"/>
                    <a:pt x="5311321" y="872542"/>
                    <a:pt x="5123183" y="780443"/>
                  </a:cubicBezTo>
                  <a:cubicBezTo>
                    <a:pt x="4935309" y="688087"/>
                    <a:pt x="4737102" y="616398"/>
                    <a:pt x="4533860" y="567701"/>
                  </a:cubicBezTo>
                  <a:lnTo>
                    <a:pt x="4457281" y="550780"/>
                  </a:lnTo>
                  <a:cubicBezTo>
                    <a:pt x="4431709" y="545484"/>
                    <a:pt x="4406536" y="538896"/>
                    <a:pt x="4380568" y="535279"/>
                  </a:cubicBezTo>
                  <a:lnTo>
                    <a:pt x="4303325" y="522879"/>
                  </a:lnTo>
                  <a:lnTo>
                    <a:pt x="4264769" y="516679"/>
                  </a:lnTo>
                  <a:cubicBezTo>
                    <a:pt x="4251918" y="514612"/>
                    <a:pt x="4239067" y="512415"/>
                    <a:pt x="4226082" y="511253"/>
                  </a:cubicBezTo>
                  <a:cubicBezTo>
                    <a:pt x="4174145" y="505829"/>
                    <a:pt x="4122606" y="499498"/>
                    <a:pt x="4070934" y="494848"/>
                  </a:cubicBezTo>
                  <a:lnTo>
                    <a:pt x="3915521" y="486065"/>
                  </a:lnTo>
                  <a:lnTo>
                    <a:pt x="3760241" y="484257"/>
                  </a:lnTo>
                  <a:cubicBezTo>
                    <a:pt x="3734405" y="483869"/>
                    <a:pt x="3708571" y="485936"/>
                    <a:pt x="3682734" y="486581"/>
                  </a:cubicBezTo>
                  <a:lnTo>
                    <a:pt x="3605491" y="488907"/>
                  </a:lnTo>
                  <a:cubicBezTo>
                    <a:pt x="3579921" y="489165"/>
                    <a:pt x="3553555" y="491490"/>
                    <a:pt x="3527454" y="493169"/>
                  </a:cubicBezTo>
                  <a:lnTo>
                    <a:pt x="3449151" y="498336"/>
                  </a:lnTo>
                  <a:lnTo>
                    <a:pt x="3410067" y="500532"/>
                  </a:lnTo>
                  <a:lnTo>
                    <a:pt x="3371246" y="504279"/>
                  </a:lnTo>
                  <a:cubicBezTo>
                    <a:pt x="3345410" y="506862"/>
                    <a:pt x="3319575" y="509315"/>
                    <a:pt x="3293739" y="511512"/>
                  </a:cubicBezTo>
                  <a:cubicBezTo>
                    <a:pt x="3087450" y="531662"/>
                    <a:pt x="2885531" y="563180"/>
                    <a:pt x="2689445" y="610198"/>
                  </a:cubicBezTo>
                  <a:cubicBezTo>
                    <a:pt x="2493357" y="657344"/>
                    <a:pt x="2302303" y="719088"/>
                    <a:pt x="2117875" y="800335"/>
                  </a:cubicBezTo>
                  <a:cubicBezTo>
                    <a:pt x="2072298" y="821648"/>
                    <a:pt x="2026854" y="843606"/>
                    <a:pt x="1981276" y="865566"/>
                  </a:cubicBezTo>
                  <a:cubicBezTo>
                    <a:pt x="1937025" y="889978"/>
                    <a:pt x="1891978" y="913229"/>
                    <a:pt x="1847991" y="938676"/>
                  </a:cubicBezTo>
                  <a:lnTo>
                    <a:pt x="1783069" y="978718"/>
                  </a:lnTo>
                  <a:lnTo>
                    <a:pt x="1750609" y="998869"/>
                  </a:lnTo>
                  <a:lnTo>
                    <a:pt x="1734312" y="1008945"/>
                  </a:lnTo>
                  <a:lnTo>
                    <a:pt x="1718547" y="1019924"/>
                  </a:lnTo>
                  <a:lnTo>
                    <a:pt x="1655481" y="1063582"/>
                  </a:lnTo>
                  <a:cubicBezTo>
                    <a:pt x="1634414" y="1078178"/>
                    <a:pt x="1612950" y="1092259"/>
                    <a:pt x="1593077" y="1108664"/>
                  </a:cubicBezTo>
                  <a:lnTo>
                    <a:pt x="1532263" y="1156197"/>
                  </a:lnTo>
                  <a:cubicBezTo>
                    <a:pt x="1511992" y="1172085"/>
                    <a:pt x="1491587" y="1187844"/>
                    <a:pt x="1472509" y="1205152"/>
                  </a:cubicBezTo>
                  <a:lnTo>
                    <a:pt x="1414212" y="1256175"/>
                  </a:lnTo>
                  <a:cubicBezTo>
                    <a:pt x="1395001" y="1273354"/>
                    <a:pt x="1375127" y="1290147"/>
                    <a:pt x="1357242" y="1308359"/>
                  </a:cubicBezTo>
                  <a:cubicBezTo>
                    <a:pt x="1283178" y="1379532"/>
                    <a:pt x="1212163" y="1452513"/>
                    <a:pt x="1153072" y="1529498"/>
                  </a:cubicBezTo>
                  <a:cubicBezTo>
                    <a:pt x="1090933" y="1605578"/>
                    <a:pt x="1043501" y="1685794"/>
                    <a:pt x="1002694" y="1770658"/>
                  </a:cubicBezTo>
                  <a:lnTo>
                    <a:pt x="974076" y="1835371"/>
                  </a:lnTo>
                  <a:lnTo>
                    <a:pt x="949564" y="1903573"/>
                  </a:lnTo>
                  <a:cubicBezTo>
                    <a:pt x="940820" y="1925661"/>
                    <a:pt x="934593" y="1950719"/>
                    <a:pt x="927173" y="1974229"/>
                  </a:cubicBezTo>
                  <a:cubicBezTo>
                    <a:pt x="920019" y="1998254"/>
                    <a:pt x="912468" y="2021504"/>
                    <a:pt x="906107" y="2046952"/>
                  </a:cubicBezTo>
                  <a:cubicBezTo>
                    <a:pt x="853906" y="2245614"/>
                    <a:pt x="809918" y="2463136"/>
                    <a:pt x="751092" y="2676266"/>
                  </a:cubicBezTo>
                  <a:cubicBezTo>
                    <a:pt x="693458" y="2889912"/>
                    <a:pt x="624166" y="3100976"/>
                    <a:pt x="547189" y="3308422"/>
                  </a:cubicBezTo>
                  <a:cubicBezTo>
                    <a:pt x="479617" y="3487580"/>
                    <a:pt x="444109" y="3675523"/>
                    <a:pt x="441195" y="3866306"/>
                  </a:cubicBezTo>
                  <a:cubicBezTo>
                    <a:pt x="438014" y="4057089"/>
                    <a:pt x="469282" y="4250456"/>
                    <a:pt x="527182" y="4439174"/>
                  </a:cubicBezTo>
                  <a:cubicBezTo>
                    <a:pt x="584815" y="4628278"/>
                    <a:pt x="671067" y="4811828"/>
                    <a:pt x="775073" y="4987240"/>
                  </a:cubicBezTo>
                  <a:cubicBezTo>
                    <a:pt x="827009" y="5075075"/>
                    <a:pt x="884246" y="5160327"/>
                    <a:pt x="943206" y="5244933"/>
                  </a:cubicBezTo>
                  <a:cubicBezTo>
                    <a:pt x="1002296" y="5329411"/>
                    <a:pt x="1064964" y="5412337"/>
                    <a:pt x="1133728" y="5490356"/>
                  </a:cubicBezTo>
                  <a:cubicBezTo>
                    <a:pt x="1203949" y="5567728"/>
                    <a:pt x="1279337" y="5642259"/>
                    <a:pt x="1359626" y="5709815"/>
                  </a:cubicBezTo>
                  <a:cubicBezTo>
                    <a:pt x="1398711" y="5744949"/>
                    <a:pt x="1439916" y="5777241"/>
                    <a:pt x="1481254" y="5809146"/>
                  </a:cubicBezTo>
                  <a:cubicBezTo>
                    <a:pt x="1501922" y="5825163"/>
                    <a:pt x="1522325" y="5841309"/>
                    <a:pt x="1543260" y="5856940"/>
                  </a:cubicBezTo>
                  <a:cubicBezTo>
                    <a:pt x="1564591" y="5871923"/>
                    <a:pt x="1585921" y="5886777"/>
                    <a:pt x="1607518" y="5901374"/>
                  </a:cubicBezTo>
                  <a:cubicBezTo>
                    <a:pt x="1778565" y="6019693"/>
                    <a:pt x="1961271" y="6115924"/>
                    <a:pt x="2145566" y="6193814"/>
                  </a:cubicBezTo>
                  <a:lnTo>
                    <a:pt x="2214991" y="6221844"/>
                  </a:lnTo>
                  <a:lnTo>
                    <a:pt x="2249307" y="6236182"/>
                  </a:lnTo>
                  <a:cubicBezTo>
                    <a:pt x="2260702" y="6241089"/>
                    <a:pt x="2272625" y="6244577"/>
                    <a:pt x="2284285" y="6248711"/>
                  </a:cubicBezTo>
                  <a:lnTo>
                    <a:pt x="2354241" y="6273124"/>
                  </a:lnTo>
                  <a:cubicBezTo>
                    <a:pt x="2360070" y="6275190"/>
                    <a:pt x="2365899" y="6277128"/>
                    <a:pt x="2371597" y="6279324"/>
                  </a:cubicBezTo>
                  <a:cubicBezTo>
                    <a:pt x="2377161" y="6281778"/>
                    <a:pt x="2382329" y="6285007"/>
                    <a:pt x="2387894" y="6287719"/>
                  </a:cubicBezTo>
                  <a:cubicBezTo>
                    <a:pt x="2398757" y="6293274"/>
                    <a:pt x="2410153" y="6297666"/>
                    <a:pt x="2421414" y="6302186"/>
                  </a:cubicBezTo>
                  <a:lnTo>
                    <a:pt x="2489117" y="6329441"/>
                  </a:lnTo>
                  <a:lnTo>
                    <a:pt x="2522902" y="6343134"/>
                  </a:lnTo>
                  <a:cubicBezTo>
                    <a:pt x="2534165" y="6347654"/>
                    <a:pt x="2545294" y="6352563"/>
                    <a:pt x="2556953" y="6356051"/>
                  </a:cubicBezTo>
                  <a:lnTo>
                    <a:pt x="2695009" y="6401905"/>
                  </a:lnTo>
                  <a:cubicBezTo>
                    <a:pt x="2880895" y="6457190"/>
                    <a:pt x="3073141" y="6489095"/>
                    <a:pt x="3268035" y="6501238"/>
                  </a:cubicBezTo>
                  <a:cubicBezTo>
                    <a:pt x="3292413" y="6502659"/>
                    <a:pt x="3316527" y="6505629"/>
                    <a:pt x="3341038" y="6506145"/>
                  </a:cubicBezTo>
                  <a:lnTo>
                    <a:pt x="3414703" y="6507050"/>
                  </a:lnTo>
                  <a:lnTo>
                    <a:pt x="3488237" y="6508212"/>
                  </a:lnTo>
                  <a:cubicBezTo>
                    <a:pt x="3500690" y="6508729"/>
                    <a:pt x="3512483" y="6508471"/>
                    <a:pt x="3524142" y="6507955"/>
                  </a:cubicBezTo>
                  <a:lnTo>
                    <a:pt x="3559252" y="6506921"/>
                  </a:lnTo>
                  <a:cubicBezTo>
                    <a:pt x="3582835" y="6506792"/>
                    <a:pt x="3605889" y="6504467"/>
                    <a:pt x="3629207" y="6503045"/>
                  </a:cubicBezTo>
                  <a:cubicBezTo>
                    <a:pt x="3652526" y="6502012"/>
                    <a:pt x="3675579" y="6499171"/>
                    <a:pt x="3698633" y="6496845"/>
                  </a:cubicBezTo>
                  <a:cubicBezTo>
                    <a:pt x="3710160" y="6495683"/>
                    <a:pt x="3721819" y="6494907"/>
                    <a:pt x="3733213" y="6493357"/>
                  </a:cubicBezTo>
                  <a:lnTo>
                    <a:pt x="3767529" y="6488707"/>
                  </a:lnTo>
                  <a:lnTo>
                    <a:pt x="3801845" y="6484057"/>
                  </a:lnTo>
                  <a:lnTo>
                    <a:pt x="3835895" y="6478116"/>
                  </a:lnTo>
                  <a:cubicBezTo>
                    <a:pt x="4017673" y="6446727"/>
                    <a:pt x="4194152" y="6390281"/>
                    <a:pt x="4364801" y="6308517"/>
                  </a:cubicBezTo>
                  <a:cubicBezTo>
                    <a:pt x="4535583" y="6227139"/>
                    <a:pt x="4700138" y="6120962"/>
                    <a:pt x="4861379" y="6000576"/>
                  </a:cubicBezTo>
                  <a:cubicBezTo>
                    <a:pt x="5022621" y="5879931"/>
                    <a:pt x="5180684" y="5745337"/>
                    <a:pt x="5341263" y="5605834"/>
                  </a:cubicBezTo>
                  <a:lnTo>
                    <a:pt x="5587301" y="5390379"/>
                  </a:lnTo>
                  <a:cubicBezTo>
                    <a:pt x="5674216" y="5315718"/>
                    <a:pt x="5761527" y="5244416"/>
                    <a:pt x="5849105" y="5176344"/>
                  </a:cubicBezTo>
                  <a:lnTo>
                    <a:pt x="5890489" y="5145260"/>
                  </a:lnTo>
                  <a:lnTo>
                    <a:pt x="5890489" y="5995323"/>
                  </a:lnTo>
                  <a:lnTo>
                    <a:pt x="5811477" y="6077819"/>
                  </a:lnTo>
                  <a:cubicBezTo>
                    <a:pt x="5654739" y="6238377"/>
                    <a:pt x="5487138" y="6396093"/>
                    <a:pt x="5301384" y="6542958"/>
                  </a:cubicBezTo>
                  <a:lnTo>
                    <a:pt x="5252008" y="6578438"/>
                  </a:lnTo>
                  <a:lnTo>
                    <a:pt x="1653730" y="6578438"/>
                  </a:lnTo>
                  <a:lnTo>
                    <a:pt x="1549768" y="6488821"/>
                  </a:lnTo>
                  <a:cubicBezTo>
                    <a:pt x="1461976" y="6409495"/>
                    <a:pt x="1378573" y="6327182"/>
                    <a:pt x="1298282" y="6243932"/>
                  </a:cubicBezTo>
                  <a:cubicBezTo>
                    <a:pt x="1278277" y="6223006"/>
                    <a:pt x="1258138" y="6202210"/>
                    <a:pt x="1237999" y="6181671"/>
                  </a:cubicBezTo>
                  <a:lnTo>
                    <a:pt x="1179967" y="6117862"/>
                  </a:lnTo>
                  <a:lnTo>
                    <a:pt x="1121936" y="6054569"/>
                  </a:lnTo>
                  <a:cubicBezTo>
                    <a:pt x="1102328" y="6033644"/>
                    <a:pt x="1084573" y="6011427"/>
                    <a:pt x="1065628" y="5990243"/>
                  </a:cubicBezTo>
                  <a:cubicBezTo>
                    <a:pt x="1028662" y="5947099"/>
                    <a:pt x="990239" y="5904991"/>
                    <a:pt x="954335" y="5861460"/>
                  </a:cubicBezTo>
                  <a:cubicBezTo>
                    <a:pt x="936050" y="5840018"/>
                    <a:pt x="917634" y="5818446"/>
                    <a:pt x="898953" y="5797393"/>
                  </a:cubicBezTo>
                  <a:cubicBezTo>
                    <a:pt x="880404" y="5776208"/>
                    <a:pt x="861325" y="5755412"/>
                    <a:pt x="842908" y="5733582"/>
                  </a:cubicBezTo>
                  <a:cubicBezTo>
                    <a:pt x="767919" y="5647942"/>
                    <a:pt x="693061" y="5561786"/>
                    <a:pt x="622442" y="5471884"/>
                  </a:cubicBezTo>
                  <a:cubicBezTo>
                    <a:pt x="551559" y="5382112"/>
                    <a:pt x="486639" y="5287430"/>
                    <a:pt x="425559" y="5190036"/>
                  </a:cubicBezTo>
                  <a:cubicBezTo>
                    <a:pt x="303668" y="4994990"/>
                    <a:pt x="200193" y="4786123"/>
                    <a:pt x="123877" y="4564210"/>
                  </a:cubicBezTo>
                  <a:cubicBezTo>
                    <a:pt x="47694" y="4342555"/>
                    <a:pt x="2249" y="4106045"/>
                    <a:pt x="130" y="3865530"/>
                  </a:cubicBezTo>
                  <a:cubicBezTo>
                    <a:pt x="-1328" y="3745403"/>
                    <a:pt x="9537" y="3624629"/>
                    <a:pt x="30602" y="3505793"/>
                  </a:cubicBezTo>
                  <a:cubicBezTo>
                    <a:pt x="51802" y="3386828"/>
                    <a:pt x="84659" y="3270059"/>
                    <a:pt x="126924" y="3157164"/>
                  </a:cubicBezTo>
                  <a:cubicBezTo>
                    <a:pt x="200457" y="2959276"/>
                    <a:pt x="271737" y="2761388"/>
                    <a:pt x="334803" y="2560530"/>
                  </a:cubicBezTo>
                  <a:lnTo>
                    <a:pt x="381176" y="2409144"/>
                  </a:lnTo>
                  <a:lnTo>
                    <a:pt x="425825" y="2255819"/>
                  </a:lnTo>
                  <a:lnTo>
                    <a:pt x="470210" y="2099523"/>
                  </a:lnTo>
                  <a:lnTo>
                    <a:pt x="492998" y="2020213"/>
                  </a:lnTo>
                  <a:lnTo>
                    <a:pt x="517509" y="1939224"/>
                  </a:lnTo>
                  <a:cubicBezTo>
                    <a:pt x="525061" y="1912485"/>
                    <a:pt x="534866" y="1884586"/>
                    <a:pt x="544007" y="1857201"/>
                  </a:cubicBezTo>
                  <a:cubicBezTo>
                    <a:pt x="553680" y="1829559"/>
                    <a:pt x="561496" y="1802304"/>
                    <a:pt x="573288" y="1774274"/>
                  </a:cubicBezTo>
                  <a:lnTo>
                    <a:pt x="606146" y="1690832"/>
                  </a:lnTo>
                  <a:cubicBezTo>
                    <a:pt x="618467" y="1663060"/>
                    <a:pt x="631716" y="1635417"/>
                    <a:pt x="644569" y="1607775"/>
                  </a:cubicBezTo>
                  <a:cubicBezTo>
                    <a:pt x="698625" y="1498368"/>
                    <a:pt x="763413" y="1391287"/>
                    <a:pt x="837874" y="1297638"/>
                  </a:cubicBezTo>
                  <a:cubicBezTo>
                    <a:pt x="910348" y="1201278"/>
                    <a:pt x="990107" y="1115897"/>
                    <a:pt x="1069602" y="1032194"/>
                  </a:cubicBezTo>
                  <a:cubicBezTo>
                    <a:pt x="1089079" y="1010624"/>
                    <a:pt x="1110012" y="990990"/>
                    <a:pt x="1130548" y="970839"/>
                  </a:cubicBezTo>
                  <a:lnTo>
                    <a:pt x="1192024" y="910129"/>
                  </a:lnTo>
                  <a:cubicBezTo>
                    <a:pt x="1212031" y="889462"/>
                    <a:pt x="1234024" y="870475"/>
                    <a:pt x="1255356" y="850841"/>
                  </a:cubicBezTo>
                  <a:lnTo>
                    <a:pt x="1319614" y="792068"/>
                  </a:lnTo>
                  <a:cubicBezTo>
                    <a:pt x="1340680" y="772176"/>
                    <a:pt x="1363469" y="753834"/>
                    <a:pt x="1385728" y="734975"/>
                  </a:cubicBezTo>
                  <a:lnTo>
                    <a:pt x="1452768" y="678528"/>
                  </a:lnTo>
                  <a:lnTo>
                    <a:pt x="1469594" y="664449"/>
                  </a:lnTo>
                  <a:lnTo>
                    <a:pt x="1487083" y="651015"/>
                  </a:lnTo>
                  <a:lnTo>
                    <a:pt x="1522193" y="624277"/>
                  </a:lnTo>
                  <a:lnTo>
                    <a:pt x="1592415" y="570671"/>
                  </a:lnTo>
                  <a:cubicBezTo>
                    <a:pt x="1640110" y="535925"/>
                    <a:pt x="1689531" y="503245"/>
                    <a:pt x="1738287" y="469402"/>
                  </a:cubicBezTo>
                  <a:cubicBezTo>
                    <a:pt x="1788634" y="438015"/>
                    <a:pt x="1839643" y="407013"/>
                    <a:pt x="1890918" y="376530"/>
                  </a:cubicBezTo>
                  <a:cubicBezTo>
                    <a:pt x="2098400" y="258209"/>
                    <a:pt x="2323503" y="166241"/>
                    <a:pt x="2555363" y="105274"/>
                  </a:cubicBezTo>
                  <a:cubicBezTo>
                    <a:pt x="2787223" y="44047"/>
                    <a:pt x="3024516" y="12013"/>
                    <a:pt x="3259291" y="3229"/>
                  </a:cubicBezTo>
                  <a:lnTo>
                    <a:pt x="3347265" y="903"/>
                  </a:ln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CA5348F-9FF6-485F-898D-1BED7EC727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5999" y="52997"/>
              <a:ext cx="6093363" cy="6805004"/>
            </a:xfrm>
            <a:custGeom>
              <a:avLst/>
              <a:gdLst>
                <a:gd name="connsiteX0" fmla="*/ 3517682 w 5890491"/>
                <a:gd name="connsiteY0" fmla="*/ 0 h 6578439"/>
                <a:gd name="connsiteX1" fmla="*/ 5849513 w 5890491"/>
                <a:gd name="connsiteY1" fmla="*/ 841730 h 6578439"/>
                <a:gd name="connsiteX2" fmla="*/ 5890491 w 5890491"/>
                <a:gd name="connsiteY2" fmla="*/ 879061 h 6578439"/>
                <a:gd name="connsiteX3" fmla="*/ 5890491 w 5890491"/>
                <a:gd name="connsiteY3" fmla="*/ 2034114 h 6578439"/>
                <a:gd name="connsiteX4" fmla="*/ 5757065 w 5890491"/>
                <a:gd name="connsiteY4" fmla="*/ 1854938 h 6578439"/>
                <a:gd name="connsiteX5" fmla="*/ 5564060 w 5890491"/>
                <a:gd name="connsiteY5" fmla="*/ 1642182 h 6578439"/>
                <a:gd name="connsiteX6" fmla="*/ 3517551 w 5890491"/>
                <a:gd name="connsiteY6" fmla="*/ 790012 h 6578439"/>
                <a:gd name="connsiteX7" fmla="*/ 1611552 w 5890491"/>
                <a:gd name="connsiteY7" fmla="*/ 1543282 h 6578439"/>
                <a:gd name="connsiteX8" fmla="*/ 1340656 w 5890491"/>
                <a:gd name="connsiteY8" fmla="*/ 1897925 h 6578439"/>
                <a:gd name="connsiteX9" fmla="*/ 1201705 w 5890491"/>
                <a:gd name="connsiteY9" fmla="*/ 2361213 h 6578439"/>
                <a:gd name="connsiteX10" fmla="*/ 852705 w 5890491"/>
                <a:gd name="connsiteY10" fmla="*/ 3529176 h 6578439"/>
                <a:gd name="connsiteX11" fmla="*/ 863863 w 5890491"/>
                <a:gd name="connsiteY11" fmla="*/ 4437051 h 6578439"/>
                <a:gd name="connsiteX12" fmla="*/ 1413569 w 5890491"/>
                <a:gd name="connsiteY12" fmla="*/ 5357174 h 6578439"/>
                <a:gd name="connsiteX13" fmla="*/ 2339129 w 5890491"/>
                <a:gd name="connsiteY13" fmla="*/ 6143367 h 6578439"/>
                <a:gd name="connsiteX14" fmla="*/ 3439449 w 5890491"/>
                <a:gd name="connsiteY14" fmla="*/ 6420049 h 6578439"/>
                <a:gd name="connsiteX15" fmla="*/ 5251388 w 5890491"/>
                <a:gd name="connsiteY15" fmla="*/ 5349009 h 6578439"/>
                <a:gd name="connsiteX16" fmla="*/ 5657731 w 5890491"/>
                <a:gd name="connsiteY16" fmla="*/ 4959205 h 6578439"/>
                <a:gd name="connsiteX17" fmla="*/ 5836127 w 5890491"/>
                <a:gd name="connsiteY17" fmla="*/ 4792052 h 6578439"/>
                <a:gd name="connsiteX18" fmla="*/ 5890491 w 5890491"/>
                <a:gd name="connsiteY18" fmla="*/ 4738662 h 6578439"/>
                <a:gd name="connsiteX19" fmla="*/ 5890491 w 5890491"/>
                <a:gd name="connsiteY19" fmla="*/ 5821964 h 6578439"/>
                <a:gd name="connsiteX20" fmla="*/ 5802001 w 5890491"/>
                <a:gd name="connsiteY20" fmla="*/ 5907904 h 6578439"/>
                <a:gd name="connsiteX21" fmla="*/ 5294358 w 5890491"/>
                <a:gd name="connsiteY21" fmla="*/ 6397505 h 6578439"/>
                <a:gd name="connsiteX22" fmla="*/ 5077178 w 5890491"/>
                <a:gd name="connsiteY22" fmla="*/ 6578439 h 6578439"/>
                <a:gd name="connsiteX23" fmla="*/ 1567290 w 5890491"/>
                <a:gd name="connsiteY23" fmla="*/ 6578439 h 6578439"/>
                <a:gd name="connsiteX24" fmla="*/ 1508588 w 5890491"/>
                <a:gd name="connsiteY24" fmla="*/ 6535186 h 6578439"/>
                <a:gd name="connsiteX25" fmla="*/ 826498 w 5890491"/>
                <a:gd name="connsiteY25" fmla="*/ 5876034 h 6578439"/>
                <a:gd name="connsiteX26" fmla="*/ 122403 w 5890491"/>
                <a:gd name="connsiteY26" fmla="*/ 3255655 h 6578439"/>
                <a:gd name="connsiteX27" fmla="*/ 1061197 w 5890491"/>
                <a:gd name="connsiteY27" fmla="*/ 984650 h 6578439"/>
                <a:gd name="connsiteX28" fmla="*/ 3517682 w 5890491"/>
                <a:gd name="connsiteY28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890491" h="6578439">
                  <a:moveTo>
                    <a:pt x="3517682" y="0"/>
                  </a:moveTo>
                  <a:cubicBezTo>
                    <a:pt x="4402017" y="0"/>
                    <a:pt x="5213742" y="315483"/>
                    <a:pt x="5849513" y="841730"/>
                  </a:cubicBezTo>
                  <a:lnTo>
                    <a:pt x="5890491" y="879061"/>
                  </a:lnTo>
                  <a:lnTo>
                    <a:pt x="5890491" y="2034114"/>
                  </a:lnTo>
                  <a:lnTo>
                    <a:pt x="5757065" y="1854938"/>
                  </a:lnTo>
                  <a:cubicBezTo>
                    <a:pt x="5696443" y="1781264"/>
                    <a:pt x="5632076" y="1710299"/>
                    <a:pt x="5564060" y="1642182"/>
                  </a:cubicBezTo>
                  <a:cubicBezTo>
                    <a:pt x="5015393" y="1092636"/>
                    <a:pt x="4288592" y="790012"/>
                    <a:pt x="3517551" y="790012"/>
                  </a:cubicBezTo>
                  <a:cubicBezTo>
                    <a:pt x="2701750" y="790012"/>
                    <a:pt x="2131676" y="1015335"/>
                    <a:pt x="1611552" y="1543282"/>
                  </a:cubicBezTo>
                  <a:cubicBezTo>
                    <a:pt x="1435754" y="1721722"/>
                    <a:pt x="1375945" y="1822729"/>
                    <a:pt x="1340656" y="1897925"/>
                  </a:cubicBezTo>
                  <a:cubicBezTo>
                    <a:pt x="1289148" y="2007623"/>
                    <a:pt x="1252432" y="2155907"/>
                    <a:pt x="1201705" y="2361213"/>
                  </a:cubicBezTo>
                  <a:cubicBezTo>
                    <a:pt x="1133721" y="2635919"/>
                    <a:pt x="1040568" y="3012290"/>
                    <a:pt x="852705" y="3529176"/>
                  </a:cubicBezTo>
                  <a:cubicBezTo>
                    <a:pt x="749952" y="3811784"/>
                    <a:pt x="753584" y="4108747"/>
                    <a:pt x="863863" y="4437051"/>
                  </a:cubicBezTo>
                  <a:cubicBezTo>
                    <a:pt x="964800" y="4737438"/>
                    <a:pt x="1154869" y="5055603"/>
                    <a:pt x="1413569" y="5357174"/>
                  </a:cubicBezTo>
                  <a:cubicBezTo>
                    <a:pt x="1718326" y="5712343"/>
                    <a:pt x="2021008" y="5969404"/>
                    <a:pt x="2339129" y="6143367"/>
                  </a:cubicBezTo>
                  <a:cubicBezTo>
                    <a:pt x="2679565" y="6329577"/>
                    <a:pt x="3039591" y="6420049"/>
                    <a:pt x="3439449" y="6420049"/>
                  </a:cubicBezTo>
                  <a:cubicBezTo>
                    <a:pt x="4142246" y="6420049"/>
                    <a:pt x="4633828" y="5976251"/>
                    <a:pt x="5251388" y="5349009"/>
                  </a:cubicBezTo>
                  <a:cubicBezTo>
                    <a:pt x="5389949" y="5208364"/>
                    <a:pt x="5526047" y="5081677"/>
                    <a:pt x="5657731" y="4959205"/>
                  </a:cubicBezTo>
                  <a:cubicBezTo>
                    <a:pt x="5719520" y="4901722"/>
                    <a:pt x="5779200" y="4846206"/>
                    <a:pt x="5836127" y="4792052"/>
                  </a:cubicBezTo>
                  <a:lnTo>
                    <a:pt x="5890491" y="4738662"/>
                  </a:lnTo>
                  <a:lnTo>
                    <a:pt x="5890491" y="5821964"/>
                  </a:lnTo>
                  <a:lnTo>
                    <a:pt x="5802001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33B89F41-1D91-447A-88C5-8A917809FE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96000" y="52997"/>
              <a:ext cx="6093362" cy="6805004"/>
            </a:xfrm>
            <a:custGeom>
              <a:avLst/>
              <a:gdLst>
                <a:gd name="connsiteX0" fmla="*/ 5890490 w 5890490"/>
                <a:gd name="connsiteY0" fmla="*/ 5389037 h 6578439"/>
                <a:gd name="connsiteX1" fmla="*/ 5890490 w 5890490"/>
                <a:gd name="connsiteY1" fmla="*/ 5855587 h 6578439"/>
                <a:gd name="connsiteX2" fmla="*/ 5784593 w 5890490"/>
                <a:gd name="connsiteY2" fmla="*/ 5962054 h 6578439"/>
                <a:gd name="connsiteX3" fmla="*/ 5663414 w 5890490"/>
                <a:gd name="connsiteY3" fmla="*/ 6082564 h 6578439"/>
                <a:gd name="connsiteX4" fmla="*/ 5147099 w 5890490"/>
                <a:gd name="connsiteY4" fmla="*/ 6547726 h 6578439"/>
                <a:gd name="connsiteX5" fmla="*/ 5105015 w 5890490"/>
                <a:gd name="connsiteY5" fmla="*/ 6578439 h 6578439"/>
                <a:gd name="connsiteX6" fmla="*/ 4385601 w 5890490"/>
                <a:gd name="connsiteY6" fmla="*/ 6578439 h 6578439"/>
                <a:gd name="connsiteX7" fmla="*/ 4507252 w 5890490"/>
                <a:gd name="connsiteY7" fmla="*/ 6515968 h 6578439"/>
                <a:gd name="connsiteX8" fmla="*/ 4909330 w 5890490"/>
                <a:gd name="connsiteY8" fmla="*/ 6253453 h 6578439"/>
                <a:gd name="connsiteX9" fmla="*/ 5411374 w 5890490"/>
                <a:gd name="connsiteY9" fmla="*/ 5828544 h 6578439"/>
                <a:gd name="connsiteX10" fmla="*/ 5533570 w 5890490"/>
                <a:gd name="connsiteY10" fmla="*/ 5714534 h 6578439"/>
                <a:gd name="connsiteX11" fmla="*/ 5657425 w 5890490"/>
                <a:gd name="connsiteY11" fmla="*/ 5597650 h 6578439"/>
                <a:gd name="connsiteX12" fmla="*/ 3336813 w 5890490"/>
                <a:gd name="connsiteY12" fmla="*/ 499 h 6578439"/>
                <a:gd name="connsiteX13" fmla="*/ 3513674 w 5890490"/>
                <a:gd name="connsiteY13" fmla="*/ 1202 h 6578439"/>
                <a:gd name="connsiteX14" fmla="*/ 3602743 w 5890490"/>
                <a:gd name="connsiteY14" fmla="*/ 4827 h 6578439"/>
                <a:gd name="connsiteX15" fmla="*/ 3647213 w 5890490"/>
                <a:gd name="connsiteY15" fmla="*/ 6703 h 6578439"/>
                <a:gd name="connsiteX16" fmla="*/ 3691684 w 5890490"/>
                <a:gd name="connsiteY16" fmla="*/ 9453 h 6578439"/>
                <a:gd name="connsiteX17" fmla="*/ 3868927 w 5890490"/>
                <a:gd name="connsiteY17" fmla="*/ 27080 h 6578439"/>
                <a:gd name="connsiteX18" fmla="*/ 5200872 w 5890490"/>
                <a:gd name="connsiteY18" fmla="*/ 472240 h 6578439"/>
                <a:gd name="connsiteX19" fmla="*/ 5772711 w 5890490"/>
                <a:gd name="connsiteY19" fmla="*/ 866334 h 6578439"/>
                <a:gd name="connsiteX20" fmla="*/ 5890490 w 5890490"/>
                <a:gd name="connsiteY20" fmla="*/ 972426 h 6578439"/>
                <a:gd name="connsiteX21" fmla="*/ 5890490 w 5890490"/>
                <a:gd name="connsiteY21" fmla="*/ 1158576 h 6578439"/>
                <a:gd name="connsiteX22" fmla="*/ 5676045 w 5890490"/>
                <a:gd name="connsiteY22" fmla="*/ 986969 h 6578439"/>
                <a:gd name="connsiteX23" fmla="*/ 5103776 w 5890490"/>
                <a:gd name="connsiteY23" fmla="*/ 655879 h 6578439"/>
                <a:gd name="connsiteX24" fmla="*/ 4482465 w 5890490"/>
                <a:gd name="connsiteY24" fmla="*/ 440363 h 6578439"/>
                <a:gd name="connsiteX25" fmla="*/ 4402444 w 5890490"/>
                <a:gd name="connsiteY25" fmla="*/ 422111 h 6578439"/>
                <a:gd name="connsiteX26" fmla="*/ 4322423 w 5890490"/>
                <a:gd name="connsiteY26" fmla="*/ 404610 h 6578439"/>
                <a:gd name="connsiteX27" fmla="*/ 4241892 w 5890490"/>
                <a:gd name="connsiteY27" fmla="*/ 389858 h 6578439"/>
                <a:gd name="connsiteX28" fmla="*/ 4201627 w 5890490"/>
                <a:gd name="connsiteY28" fmla="*/ 382483 h 6578439"/>
                <a:gd name="connsiteX29" fmla="*/ 4161234 w 5890490"/>
                <a:gd name="connsiteY29" fmla="*/ 375857 h 6578439"/>
                <a:gd name="connsiteX30" fmla="*/ 3999280 w 5890490"/>
                <a:gd name="connsiteY30" fmla="*/ 353606 h 6578439"/>
                <a:gd name="connsiteX31" fmla="*/ 3836817 w 5890490"/>
                <a:gd name="connsiteY31" fmla="*/ 338480 h 6578439"/>
                <a:gd name="connsiteX32" fmla="*/ 3673972 w 5890490"/>
                <a:gd name="connsiteY32" fmla="*/ 330604 h 6578439"/>
                <a:gd name="connsiteX33" fmla="*/ 3511126 w 5890490"/>
                <a:gd name="connsiteY33" fmla="*/ 328978 h 6578439"/>
                <a:gd name="connsiteX34" fmla="*/ 3183142 w 5890490"/>
                <a:gd name="connsiteY34" fmla="*/ 342854 h 6578439"/>
                <a:gd name="connsiteX35" fmla="*/ 2541444 w 5890490"/>
                <a:gd name="connsiteY35" fmla="*/ 439988 h 6578439"/>
                <a:gd name="connsiteX36" fmla="*/ 1933895 w 5890490"/>
                <a:gd name="connsiteY36" fmla="*/ 650505 h 6578439"/>
                <a:gd name="connsiteX37" fmla="*/ 1378079 w 5890490"/>
                <a:gd name="connsiteY37" fmla="*/ 983905 h 6578439"/>
                <a:gd name="connsiteX38" fmla="*/ 1312967 w 5890490"/>
                <a:gd name="connsiteY38" fmla="*/ 1033660 h 6578439"/>
                <a:gd name="connsiteX39" fmla="*/ 1248364 w 5890490"/>
                <a:gd name="connsiteY39" fmla="*/ 1084413 h 6578439"/>
                <a:gd name="connsiteX40" fmla="*/ 1185163 w 5890490"/>
                <a:gd name="connsiteY40" fmla="*/ 1137168 h 6578439"/>
                <a:gd name="connsiteX41" fmla="*/ 1122852 w 5890490"/>
                <a:gd name="connsiteY41" fmla="*/ 1190922 h 6578439"/>
                <a:gd name="connsiteX42" fmla="*/ 892092 w 5890490"/>
                <a:gd name="connsiteY42" fmla="*/ 1421440 h 6578439"/>
                <a:gd name="connsiteX43" fmla="*/ 707202 w 5890490"/>
                <a:gd name="connsiteY43" fmla="*/ 1684212 h 6578439"/>
                <a:gd name="connsiteX44" fmla="*/ 670121 w 5890490"/>
                <a:gd name="connsiteY44" fmla="*/ 1756093 h 6578439"/>
                <a:gd name="connsiteX45" fmla="*/ 637630 w 5890490"/>
                <a:gd name="connsiteY45" fmla="*/ 1830724 h 6578439"/>
                <a:gd name="connsiteX46" fmla="*/ 607685 w 5890490"/>
                <a:gd name="connsiteY46" fmla="*/ 1907105 h 6578439"/>
                <a:gd name="connsiteX47" fmla="*/ 580034 w 5890490"/>
                <a:gd name="connsiteY47" fmla="*/ 1984986 h 6578439"/>
                <a:gd name="connsiteX48" fmla="*/ 481919 w 5890490"/>
                <a:gd name="connsiteY48" fmla="*/ 2304386 h 6578439"/>
                <a:gd name="connsiteX49" fmla="*/ 433881 w 5890490"/>
                <a:gd name="connsiteY49" fmla="*/ 2465399 h 6578439"/>
                <a:gd name="connsiteX50" fmla="*/ 384442 w 5890490"/>
                <a:gd name="connsiteY50" fmla="*/ 2626163 h 6578439"/>
                <a:gd name="connsiteX51" fmla="*/ 166039 w 5890490"/>
                <a:gd name="connsiteY51" fmla="*/ 3261338 h 6578439"/>
                <a:gd name="connsiteX52" fmla="*/ 56202 w 5890490"/>
                <a:gd name="connsiteY52" fmla="*/ 3910265 h 6578439"/>
                <a:gd name="connsiteX53" fmla="*/ 93664 w 5890490"/>
                <a:gd name="connsiteY53" fmla="*/ 4237292 h 6578439"/>
                <a:gd name="connsiteX54" fmla="*/ 111758 w 5890490"/>
                <a:gd name="connsiteY54" fmla="*/ 4317548 h 6578439"/>
                <a:gd name="connsiteX55" fmla="*/ 133038 w 5890490"/>
                <a:gd name="connsiteY55" fmla="*/ 4397054 h 6578439"/>
                <a:gd name="connsiteX56" fmla="*/ 157757 w 5890490"/>
                <a:gd name="connsiteY56" fmla="*/ 4475560 h 6578439"/>
                <a:gd name="connsiteX57" fmla="*/ 185153 w 5890490"/>
                <a:gd name="connsiteY57" fmla="*/ 4553066 h 6578439"/>
                <a:gd name="connsiteX58" fmla="*/ 493642 w 5890490"/>
                <a:gd name="connsiteY58" fmla="*/ 5132239 h 6578439"/>
                <a:gd name="connsiteX59" fmla="*/ 914391 w 5890490"/>
                <a:gd name="connsiteY59" fmla="*/ 5636528 h 6578439"/>
                <a:gd name="connsiteX60" fmla="*/ 1402034 w 5890490"/>
                <a:gd name="connsiteY60" fmla="*/ 6076188 h 6578439"/>
                <a:gd name="connsiteX61" fmla="*/ 1664397 w 5890490"/>
                <a:gd name="connsiteY61" fmla="*/ 6267079 h 6578439"/>
                <a:gd name="connsiteX62" fmla="*/ 1938992 w 5890490"/>
                <a:gd name="connsiteY62" fmla="*/ 6434343 h 6578439"/>
                <a:gd name="connsiteX63" fmla="*/ 2225931 w 5890490"/>
                <a:gd name="connsiteY63" fmla="*/ 6574322 h 6578439"/>
                <a:gd name="connsiteX64" fmla="*/ 2236328 w 5890490"/>
                <a:gd name="connsiteY64" fmla="*/ 6578439 h 6578439"/>
                <a:gd name="connsiteX65" fmla="*/ 1504665 w 5890490"/>
                <a:gd name="connsiteY65" fmla="*/ 6578439 h 6578439"/>
                <a:gd name="connsiteX66" fmla="*/ 1456827 w 5890490"/>
                <a:gd name="connsiteY66" fmla="*/ 6543476 h 6578439"/>
                <a:gd name="connsiteX67" fmla="*/ 1188475 w 5890490"/>
                <a:gd name="connsiteY67" fmla="*/ 6314083 h 6578439"/>
                <a:gd name="connsiteX68" fmla="*/ 721728 w 5890490"/>
                <a:gd name="connsiteY68" fmla="*/ 5798666 h 6578439"/>
                <a:gd name="connsiteX69" fmla="*/ 344175 w 5890490"/>
                <a:gd name="connsiteY69" fmla="*/ 5219495 h 6578439"/>
                <a:gd name="connsiteX70" fmla="*/ 87293 w 5890490"/>
                <a:gd name="connsiteY70" fmla="*/ 4583569 h 6578439"/>
                <a:gd name="connsiteX71" fmla="*/ 65886 w 5890490"/>
                <a:gd name="connsiteY71" fmla="*/ 4500813 h 6578439"/>
                <a:gd name="connsiteX72" fmla="*/ 47409 w 5890490"/>
                <a:gd name="connsiteY72" fmla="*/ 4417431 h 6578439"/>
                <a:gd name="connsiteX73" fmla="*/ 39000 w 5890490"/>
                <a:gd name="connsiteY73" fmla="*/ 4375677 h 6578439"/>
                <a:gd name="connsiteX74" fmla="*/ 31610 w 5890490"/>
                <a:gd name="connsiteY74" fmla="*/ 4333674 h 6578439"/>
                <a:gd name="connsiteX75" fmla="*/ 18868 w 5890490"/>
                <a:gd name="connsiteY75" fmla="*/ 4249417 h 6578439"/>
                <a:gd name="connsiteX76" fmla="*/ 646 w 5890490"/>
                <a:gd name="connsiteY76" fmla="*/ 3910265 h 6578439"/>
                <a:gd name="connsiteX77" fmla="*/ 130234 w 5890490"/>
                <a:gd name="connsiteY77" fmla="*/ 3248337 h 6578439"/>
                <a:gd name="connsiteX78" fmla="*/ 335383 w 5890490"/>
                <a:gd name="connsiteY78" fmla="*/ 2611911 h 6578439"/>
                <a:gd name="connsiteX79" fmla="*/ 487272 w 5890490"/>
                <a:gd name="connsiteY79" fmla="*/ 1958609 h 6578439"/>
                <a:gd name="connsiteX80" fmla="*/ 508550 w 5890490"/>
                <a:gd name="connsiteY80" fmla="*/ 1876227 h 6578439"/>
                <a:gd name="connsiteX81" fmla="*/ 531742 w 5890490"/>
                <a:gd name="connsiteY81" fmla="*/ 1793721 h 6578439"/>
                <a:gd name="connsiteX82" fmla="*/ 558245 w 5890490"/>
                <a:gd name="connsiteY82" fmla="*/ 1711465 h 6578439"/>
                <a:gd name="connsiteX83" fmla="*/ 590100 w 5890490"/>
                <a:gd name="connsiteY83" fmla="*/ 1630332 h 6578439"/>
                <a:gd name="connsiteX84" fmla="*/ 758680 w 5890490"/>
                <a:gd name="connsiteY84" fmla="*/ 1322433 h 6578439"/>
                <a:gd name="connsiteX85" fmla="*/ 976317 w 5890490"/>
                <a:gd name="connsiteY85" fmla="*/ 1049286 h 6578439"/>
                <a:gd name="connsiteX86" fmla="*/ 1035314 w 5890490"/>
                <a:gd name="connsiteY86" fmla="*/ 985406 h 6578439"/>
                <a:gd name="connsiteX87" fmla="*/ 1095329 w 5890490"/>
                <a:gd name="connsiteY87" fmla="*/ 922526 h 6578439"/>
                <a:gd name="connsiteX88" fmla="*/ 1157384 w 5890490"/>
                <a:gd name="connsiteY88" fmla="*/ 861271 h 6578439"/>
                <a:gd name="connsiteX89" fmla="*/ 1220841 w 5890490"/>
                <a:gd name="connsiteY89" fmla="*/ 801017 h 6578439"/>
                <a:gd name="connsiteX90" fmla="*/ 1286462 w 5890490"/>
                <a:gd name="connsiteY90" fmla="*/ 742886 h 6578439"/>
                <a:gd name="connsiteX91" fmla="*/ 1353233 w 5890490"/>
                <a:gd name="connsiteY91" fmla="*/ 685632 h 6578439"/>
                <a:gd name="connsiteX92" fmla="*/ 1369924 w 5890490"/>
                <a:gd name="connsiteY92" fmla="*/ 671256 h 6578439"/>
                <a:gd name="connsiteX93" fmla="*/ 1387380 w 5890490"/>
                <a:gd name="connsiteY93" fmla="*/ 657755 h 6578439"/>
                <a:gd name="connsiteX94" fmla="*/ 1422422 w 5890490"/>
                <a:gd name="connsiteY94" fmla="*/ 630877 h 6578439"/>
                <a:gd name="connsiteX95" fmla="*/ 1492759 w 5890490"/>
                <a:gd name="connsiteY95" fmla="*/ 577248 h 6578439"/>
                <a:gd name="connsiteX96" fmla="*/ 1528820 w 5890490"/>
                <a:gd name="connsiteY96" fmla="*/ 551496 h 6578439"/>
                <a:gd name="connsiteX97" fmla="*/ 1565390 w 5890490"/>
                <a:gd name="connsiteY97" fmla="*/ 526370 h 6578439"/>
                <a:gd name="connsiteX98" fmla="*/ 1639040 w 5890490"/>
                <a:gd name="connsiteY98" fmla="*/ 476490 h 6578439"/>
                <a:gd name="connsiteX99" fmla="*/ 1792075 w 5890490"/>
                <a:gd name="connsiteY99" fmla="*/ 384859 h 6578439"/>
                <a:gd name="connsiteX100" fmla="*/ 2455943 w 5890490"/>
                <a:gd name="connsiteY100" fmla="*/ 117836 h 6578439"/>
                <a:gd name="connsiteX101" fmla="*/ 3159952 w 5890490"/>
                <a:gd name="connsiteY101" fmla="*/ 7203 h 6578439"/>
                <a:gd name="connsiteX102" fmla="*/ 3336813 w 5890490"/>
                <a:gd name="connsiteY102" fmla="*/ 499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5890490" h="6578439">
                  <a:moveTo>
                    <a:pt x="5890490" y="5389037"/>
                  </a:moveTo>
                  <a:lnTo>
                    <a:pt x="5890490" y="5855587"/>
                  </a:lnTo>
                  <a:lnTo>
                    <a:pt x="5784593" y="5962054"/>
                  </a:lnTo>
                  <a:cubicBezTo>
                    <a:pt x="5744454" y="6002308"/>
                    <a:pt x="5704062" y="6042436"/>
                    <a:pt x="5663414" y="6082564"/>
                  </a:cubicBezTo>
                  <a:cubicBezTo>
                    <a:pt x="5500314" y="6242577"/>
                    <a:pt x="5330970" y="6400714"/>
                    <a:pt x="5147099" y="6547726"/>
                  </a:cubicBezTo>
                  <a:lnTo>
                    <a:pt x="5105015" y="6578439"/>
                  </a:lnTo>
                  <a:lnTo>
                    <a:pt x="4385601" y="6578439"/>
                  </a:lnTo>
                  <a:lnTo>
                    <a:pt x="4507252" y="6515968"/>
                  </a:lnTo>
                  <a:cubicBezTo>
                    <a:pt x="4645901" y="6439679"/>
                    <a:pt x="4779837" y="6350961"/>
                    <a:pt x="4909330" y="6253453"/>
                  </a:cubicBezTo>
                  <a:cubicBezTo>
                    <a:pt x="5082369" y="6123567"/>
                    <a:pt x="5248145" y="5979180"/>
                    <a:pt x="5411374" y="5828544"/>
                  </a:cubicBezTo>
                  <a:cubicBezTo>
                    <a:pt x="5452149" y="5790791"/>
                    <a:pt x="5492924" y="5752788"/>
                    <a:pt x="5533570" y="5714534"/>
                  </a:cubicBezTo>
                  <a:lnTo>
                    <a:pt x="5657425" y="5597650"/>
                  </a:lnTo>
                  <a:close/>
                  <a:moveTo>
                    <a:pt x="3336813" y="499"/>
                  </a:moveTo>
                  <a:cubicBezTo>
                    <a:pt x="3395682" y="-392"/>
                    <a:pt x="3454550" y="-48"/>
                    <a:pt x="3513674" y="1202"/>
                  </a:cubicBezTo>
                  <a:lnTo>
                    <a:pt x="3602743" y="4827"/>
                  </a:lnTo>
                  <a:lnTo>
                    <a:pt x="3647213" y="6703"/>
                  </a:lnTo>
                  <a:cubicBezTo>
                    <a:pt x="3661994" y="7327"/>
                    <a:pt x="3676903" y="7703"/>
                    <a:pt x="3691684" y="9453"/>
                  </a:cubicBezTo>
                  <a:lnTo>
                    <a:pt x="3868927" y="27080"/>
                  </a:lnTo>
                  <a:cubicBezTo>
                    <a:pt x="4340645" y="85584"/>
                    <a:pt x="4795160" y="243221"/>
                    <a:pt x="5200872" y="472240"/>
                  </a:cubicBezTo>
                  <a:cubicBezTo>
                    <a:pt x="5403855" y="587124"/>
                    <a:pt x="5594988" y="719447"/>
                    <a:pt x="5772711" y="866334"/>
                  </a:cubicBezTo>
                  <a:lnTo>
                    <a:pt x="5890490" y="972426"/>
                  </a:lnTo>
                  <a:lnTo>
                    <a:pt x="5890490" y="1158576"/>
                  </a:lnTo>
                  <a:lnTo>
                    <a:pt x="5676045" y="986969"/>
                  </a:lnTo>
                  <a:cubicBezTo>
                    <a:pt x="5496587" y="857740"/>
                    <a:pt x="5304275" y="746699"/>
                    <a:pt x="5103776" y="655879"/>
                  </a:cubicBezTo>
                  <a:cubicBezTo>
                    <a:pt x="4903214" y="564747"/>
                    <a:pt x="4695006" y="492492"/>
                    <a:pt x="4482465" y="440363"/>
                  </a:cubicBezTo>
                  <a:lnTo>
                    <a:pt x="4402444" y="422111"/>
                  </a:lnTo>
                  <a:cubicBezTo>
                    <a:pt x="4375813" y="416111"/>
                    <a:pt x="4349436" y="408859"/>
                    <a:pt x="4322423" y="404610"/>
                  </a:cubicBezTo>
                  <a:lnTo>
                    <a:pt x="4241892" y="389858"/>
                  </a:lnTo>
                  <a:lnTo>
                    <a:pt x="4201627" y="382483"/>
                  </a:lnTo>
                  <a:cubicBezTo>
                    <a:pt x="4188248" y="379983"/>
                    <a:pt x="4174869" y="377483"/>
                    <a:pt x="4161234" y="375857"/>
                  </a:cubicBezTo>
                  <a:cubicBezTo>
                    <a:pt x="4107208" y="368482"/>
                    <a:pt x="4053308" y="360482"/>
                    <a:pt x="3999280" y="353606"/>
                  </a:cubicBezTo>
                  <a:cubicBezTo>
                    <a:pt x="3944999" y="348855"/>
                    <a:pt x="3890844" y="343854"/>
                    <a:pt x="3836817" y="338480"/>
                  </a:cubicBezTo>
                  <a:lnTo>
                    <a:pt x="3673972" y="330604"/>
                  </a:lnTo>
                  <a:cubicBezTo>
                    <a:pt x="3619690" y="329104"/>
                    <a:pt x="3565281" y="329604"/>
                    <a:pt x="3511126" y="328978"/>
                  </a:cubicBezTo>
                  <a:cubicBezTo>
                    <a:pt x="3402054" y="330728"/>
                    <a:pt x="3291706" y="334604"/>
                    <a:pt x="3183142" y="342854"/>
                  </a:cubicBezTo>
                  <a:cubicBezTo>
                    <a:pt x="2965505" y="358855"/>
                    <a:pt x="2750670" y="389733"/>
                    <a:pt x="2541444" y="439988"/>
                  </a:cubicBezTo>
                  <a:cubicBezTo>
                    <a:pt x="2332216" y="490117"/>
                    <a:pt x="2128850" y="559997"/>
                    <a:pt x="1933895" y="650505"/>
                  </a:cubicBezTo>
                  <a:cubicBezTo>
                    <a:pt x="1738939" y="741261"/>
                    <a:pt x="1553540" y="854146"/>
                    <a:pt x="1378079" y="983905"/>
                  </a:cubicBezTo>
                  <a:lnTo>
                    <a:pt x="1312967" y="1033660"/>
                  </a:lnTo>
                  <a:cubicBezTo>
                    <a:pt x="1291178" y="1050286"/>
                    <a:pt x="1269006" y="1066412"/>
                    <a:pt x="1248364" y="1084413"/>
                  </a:cubicBezTo>
                  <a:lnTo>
                    <a:pt x="1185163" y="1137168"/>
                  </a:lnTo>
                  <a:cubicBezTo>
                    <a:pt x="1164138" y="1154794"/>
                    <a:pt x="1142603" y="1172046"/>
                    <a:pt x="1122852" y="1190922"/>
                  </a:cubicBezTo>
                  <a:cubicBezTo>
                    <a:pt x="1041557" y="1264303"/>
                    <a:pt x="961663" y="1339309"/>
                    <a:pt x="892092" y="1421440"/>
                  </a:cubicBezTo>
                  <a:cubicBezTo>
                    <a:pt x="819589" y="1501822"/>
                    <a:pt x="759827" y="1590329"/>
                    <a:pt x="707202" y="1684212"/>
                  </a:cubicBezTo>
                  <a:cubicBezTo>
                    <a:pt x="694715" y="1708089"/>
                    <a:pt x="682227" y="1731841"/>
                    <a:pt x="670121" y="1756093"/>
                  </a:cubicBezTo>
                  <a:lnTo>
                    <a:pt x="637630" y="1830724"/>
                  </a:lnTo>
                  <a:cubicBezTo>
                    <a:pt x="626161" y="1855350"/>
                    <a:pt x="617624" y="1881603"/>
                    <a:pt x="607685" y="1907105"/>
                  </a:cubicBezTo>
                  <a:cubicBezTo>
                    <a:pt x="598128" y="1932857"/>
                    <a:pt x="588317" y="1958483"/>
                    <a:pt x="580034" y="1984986"/>
                  </a:cubicBezTo>
                  <a:cubicBezTo>
                    <a:pt x="544611" y="2089620"/>
                    <a:pt x="513393" y="2197128"/>
                    <a:pt x="481919" y="2304386"/>
                  </a:cubicBezTo>
                  <a:lnTo>
                    <a:pt x="433881" y="2465399"/>
                  </a:lnTo>
                  <a:lnTo>
                    <a:pt x="384442" y="2626163"/>
                  </a:lnTo>
                  <a:cubicBezTo>
                    <a:pt x="317672" y="2839680"/>
                    <a:pt x="243129" y="3050946"/>
                    <a:pt x="166039" y="3261338"/>
                  </a:cubicBezTo>
                  <a:cubicBezTo>
                    <a:pt x="88822" y="3468979"/>
                    <a:pt x="50850" y="3690248"/>
                    <a:pt x="56202" y="3910265"/>
                  </a:cubicBezTo>
                  <a:cubicBezTo>
                    <a:pt x="58495" y="4020274"/>
                    <a:pt x="71493" y="4129783"/>
                    <a:pt x="93664" y="4237292"/>
                  </a:cubicBezTo>
                  <a:cubicBezTo>
                    <a:pt x="99143" y="4264168"/>
                    <a:pt x="104623" y="4291045"/>
                    <a:pt x="111758" y="4317548"/>
                  </a:cubicBezTo>
                  <a:cubicBezTo>
                    <a:pt x="118384" y="4344176"/>
                    <a:pt x="124627" y="4370802"/>
                    <a:pt x="133038" y="4397054"/>
                  </a:cubicBezTo>
                  <a:cubicBezTo>
                    <a:pt x="140810" y="4423307"/>
                    <a:pt x="148456" y="4449683"/>
                    <a:pt x="157757" y="4475560"/>
                  </a:cubicBezTo>
                  <a:cubicBezTo>
                    <a:pt x="166549" y="4501562"/>
                    <a:pt x="175087" y="4527564"/>
                    <a:pt x="185153" y="4553066"/>
                  </a:cubicBezTo>
                  <a:cubicBezTo>
                    <a:pt x="262371" y="4758458"/>
                    <a:pt x="368895" y="4951974"/>
                    <a:pt x="493642" y="5132239"/>
                  </a:cubicBezTo>
                  <a:cubicBezTo>
                    <a:pt x="618389" y="5312627"/>
                    <a:pt x="760846" y="5480391"/>
                    <a:pt x="914391" y="5636528"/>
                  </a:cubicBezTo>
                  <a:cubicBezTo>
                    <a:pt x="1069081" y="5793166"/>
                    <a:pt x="1231544" y="5941677"/>
                    <a:pt x="1402034" y="6076188"/>
                  </a:cubicBezTo>
                  <a:cubicBezTo>
                    <a:pt x="1487535" y="6143320"/>
                    <a:pt x="1574565" y="6207574"/>
                    <a:pt x="1664397" y="6267079"/>
                  </a:cubicBezTo>
                  <a:cubicBezTo>
                    <a:pt x="1753592" y="6327459"/>
                    <a:pt x="1845336" y="6383088"/>
                    <a:pt x="1938992" y="6434343"/>
                  </a:cubicBezTo>
                  <a:cubicBezTo>
                    <a:pt x="2032647" y="6485659"/>
                    <a:pt x="2128309" y="6532600"/>
                    <a:pt x="2225931" y="6574322"/>
                  </a:cubicBezTo>
                  <a:lnTo>
                    <a:pt x="2236328" y="6578439"/>
                  </a:lnTo>
                  <a:lnTo>
                    <a:pt x="1504665" y="6578439"/>
                  </a:lnTo>
                  <a:lnTo>
                    <a:pt x="1456827" y="6543476"/>
                  </a:lnTo>
                  <a:cubicBezTo>
                    <a:pt x="1363554" y="6470595"/>
                    <a:pt x="1273848" y="6394340"/>
                    <a:pt x="1188475" y="6314083"/>
                  </a:cubicBezTo>
                  <a:cubicBezTo>
                    <a:pt x="1017856" y="6153445"/>
                    <a:pt x="863803" y="5979931"/>
                    <a:pt x="721728" y="5798666"/>
                  </a:cubicBezTo>
                  <a:cubicBezTo>
                    <a:pt x="579397" y="5616027"/>
                    <a:pt x="452103" y="5422511"/>
                    <a:pt x="344175" y="5219495"/>
                  </a:cubicBezTo>
                  <a:cubicBezTo>
                    <a:pt x="236505" y="5016354"/>
                    <a:pt x="147946" y="4803586"/>
                    <a:pt x="87293" y="4583569"/>
                  </a:cubicBezTo>
                  <a:cubicBezTo>
                    <a:pt x="79138" y="4556193"/>
                    <a:pt x="72639" y="4528440"/>
                    <a:pt x="65886" y="4500813"/>
                  </a:cubicBezTo>
                  <a:cubicBezTo>
                    <a:pt x="58751" y="4473311"/>
                    <a:pt x="53144" y="4445308"/>
                    <a:pt x="47409" y="4417431"/>
                  </a:cubicBezTo>
                  <a:cubicBezTo>
                    <a:pt x="44733" y="4403430"/>
                    <a:pt x="41294" y="4389679"/>
                    <a:pt x="39000" y="4375677"/>
                  </a:cubicBezTo>
                  <a:lnTo>
                    <a:pt x="31610" y="4333674"/>
                  </a:lnTo>
                  <a:cubicBezTo>
                    <a:pt x="26258" y="4305797"/>
                    <a:pt x="22563" y="4277544"/>
                    <a:pt x="18868" y="4249417"/>
                  </a:cubicBezTo>
                  <a:cubicBezTo>
                    <a:pt x="4214" y="4136784"/>
                    <a:pt x="-2158" y="4023275"/>
                    <a:pt x="646" y="3910265"/>
                  </a:cubicBezTo>
                  <a:cubicBezTo>
                    <a:pt x="5997" y="3683872"/>
                    <a:pt x="50596" y="3459605"/>
                    <a:pt x="130234" y="3248337"/>
                  </a:cubicBezTo>
                  <a:cubicBezTo>
                    <a:pt x="207961" y="3039196"/>
                    <a:pt x="278044" y="2827179"/>
                    <a:pt x="335383" y="2611911"/>
                  </a:cubicBezTo>
                  <a:cubicBezTo>
                    <a:pt x="393743" y="2396644"/>
                    <a:pt x="435792" y="2178627"/>
                    <a:pt x="487272" y="1958609"/>
                  </a:cubicBezTo>
                  <a:cubicBezTo>
                    <a:pt x="493259" y="1931107"/>
                    <a:pt x="501287" y="1903730"/>
                    <a:pt x="508550" y="1876227"/>
                  </a:cubicBezTo>
                  <a:cubicBezTo>
                    <a:pt x="516195" y="1848725"/>
                    <a:pt x="522312" y="1820972"/>
                    <a:pt x="531742" y="1793721"/>
                  </a:cubicBezTo>
                  <a:lnTo>
                    <a:pt x="558245" y="1711465"/>
                  </a:lnTo>
                  <a:cubicBezTo>
                    <a:pt x="568439" y="1684337"/>
                    <a:pt x="579652" y="1657459"/>
                    <a:pt x="590100" y="1630332"/>
                  </a:cubicBezTo>
                  <a:cubicBezTo>
                    <a:pt x="635080" y="1523075"/>
                    <a:pt x="690637" y="1417566"/>
                    <a:pt x="758680" y="1322433"/>
                  </a:cubicBezTo>
                  <a:cubicBezTo>
                    <a:pt x="824430" y="1225051"/>
                    <a:pt x="899610" y="1136168"/>
                    <a:pt x="976317" y="1049286"/>
                  </a:cubicBezTo>
                  <a:cubicBezTo>
                    <a:pt x="995049" y="1027035"/>
                    <a:pt x="1015436" y="1006533"/>
                    <a:pt x="1035314" y="985406"/>
                  </a:cubicBezTo>
                  <a:lnTo>
                    <a:pt x="1095329" y="922526"/>
                  </a:lnTo>
                  <a:cubicBezTo>
                    <a:pt x="1114953" y="901149"/>
                    <a:pt x="1136359" y="881397"/>
                    <a:pt x="1157384" y="861271"/>
                  </a:cubicBezTo>
                  <a:lnTo>
                    <a:pt x="1220841" y="801017"/>
                  </a:lnTo>
                  <a:cubicBezTo>
                    <a:pt x="1241610" y="780514"/>
                    <a:pt x="1264418" y="762014"/>
                    <a:pt x="1286462" y="742886"/>
                  </a:cubicBezTo>
                  <a:lnTo>
                    <a:pt x="1353233" y="685632"/>
                  </a:lnTo>
                  <a:lnTo>
                    <a:pt x="1369924" y="671256"/>
                  </a:lnTo>
                  <a:cubicBezTo>
                    <a:pt x="1375658" y="666631"/>
                    <a:pt x="1381520" y="662255"/>
                    <a:pt x="1387380" y="657755"/>
                  </a:cubicBezTo>
                  <a:lnTo>
                    <a:pt x="1422422" y="630877"/>
                  </a:lnTo>
                  <a:lnTo>
                    <a:pt x="1492759" y="577248"/>
                  </a:lnTo>
                  <a:cubicBezTo>
                    <a:pt x="1504355" y="567997"/>
                    <a:pt x="1516714" y="559997"/>
                    <a:pt x="1528820" y="551496"/>
                  </a:cubicBezTo>
                  <a:lnTo>
                    <a:pt x="1565390" y="526370"/>
                  </a:lnTo>
                  <a:lnTo>
                    <a:pt x="1639040" y="476490"/>
                  </a:lnTo>
                  <a:cubicBezTo>
                    <a:pt x="1689754" y="445613"/>
                    <a:pt x="1740723" y="414986"/>
                    <a:pt x="1792075" y="384859"/>
                  </a:cubicBezTo>
                  <a:cubicBezTo>
                    <a:pt x="2000282" y="268724"/>
                    <a:pt x="2224927" y="179467"/>
                    <a:pt x="2455943" y="117836"/>
                  </a:cubicBezTo>
                  <a:cubicBezTo>
                    <a:pt x="2687088" y="55957"/>
                    <a:pt x="2923964" y="21204"/>
                    <a:pt x="3159952" y="7203"/>
                  </a:cubicBezTo>
                  <a:cubicBezTo>
                    <a:pt x="3219076" y="3515"/>
                    <a:pt x="3277945" y="1389"/>
                    <a:pt x="3336813" y="49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1053858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E29A55-6B84-AB4C-D243-DF86AD76A3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1138036"/>
            <a:ext cx="4085665" cy="751052"/>
          </a:xfrm>
        </p:spPr>
        <p:txBody>
          <a:bodyPr anchor="t">
            <a:normAutofit/>
          </a:bodyPr>
          <a:lstStyle/>
          <a:p>
            <a:r>
              <a:rPr lang="en-GB" sz="4000" dirty="0"/>
              <a:t>Note!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503BFE4-729B-D9D0-C17B-501E6AF112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65140" y="871146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E2CCAE-C8DE-0D4E-9522-0B88C86A40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2551176"/>
            <a:ext cx="4085665" cy="3591207"/>
          </a:xfrm>
        </p:spPr>
        <p:txBody>
          <a:bodyPr>
            <a:normAutofit/>
          </a:bodyPr>
          <a:lstStyle/>
          <a:p>
            <a:pPr algn="just"/>
            <a:r>
              <a:rPr lang="en-GB" dirty="0"/>
              <a:t>Data at Kaggle or other Data repositories</a:t>
            </a:r>
          </a:p>
          <a:p>
            <a:pPr algn="just"/>
            <a:r>
              <a:rPr lang="en-GB" dirty="0"/>
              <a:t>We may not get enough library data for classes</a:t>
            </a:r>
          </a:p>
        </p:txBody>
      </p:sp>
      <p:pic>
        <p:nvPicPr>
          <p:cNvPr id="5" name="Picture 4" descr="A wall covered with sticky notes.">
            <a:extLst>
              <a:ext uri="{FF2B5EF4-FFF2-40B4-BE49-F238E27FC236}">
                <a16:creationId xmlns:a16="http://schemas.microsoft.com/office/drawing/2014/main" id="{1CA0E8CE-ECA4-F61D-4FD0-095440BD01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377" r="22488" b="-1"/>
          <a:stretch>
            <a:fillRect/>
          </a:stretch>
        </p:blipFill>
        <p:spPr>
          <a:xfrm>
            <a:off x="5650992" y="10"/>
            <a:ext cx="6541008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11038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95EF30-2373-4308-41EE-E02CBEFA24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en-GB" sz="4000" dirty="0"/>
              <a:t>Module Outcome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28BFD2-11C7-8836-10AA-C289B90E8D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pPr algn="just"/>
            <a:r>
              <a:rPr lang="en-GB" dirty="0"/>
              <a:t>Develop Data Analysis skills to support the services and improve user engagement of your Library using Analytics Tools.</a:t>
            </a:r>
          </a:p>
        </p:txBody>
      </p:sp>
      <p:pic>
        <p:nvPicPr>
          <p:cNvPr id="5" name="Picture 4" descr="Desk with productivity items">
            <a:extLst>
              <a:ext uri="{FF2B5EF4-FFF2-40B4-BE49-F238E27FC236}">
                <a16:creationId xmlns:a16="http://schemas.microsoft.com/office/drawing/2014/main" id="{29A6C421-D108-EAC7-4F98-1E40B7ED23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925" r="12675" b="-2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26730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Yellow question mark">
            <a:extLst>
              <a:ext uri="{FF2B5EF4-FFF2-40B4-BE49-F238E27FC236}">
                <a16:creationId xmlns:a16="http://schemas.microsoft.com/office/drawing/2014/main" id="{07C7CE1A-5925-5FB6-61B6-ADA90B79FD5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b="6250"/>
          <a:stretch>
            <a:fillRect/>
          </a:stretch>
        </p:blipFill>
        <p:spPr>
          <a:xfrm>
            <a:off x="21" y="10"/>
            <a:ext cx="12191979" cy="685799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EB0222B5-B739-82A9-5CCC-C5585AE12A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344663" y="-4344657"/>
            <a:ext cx="3512260" cy="12201589"/>
          </a:xfrm>
          <a:prstGeom prst="rect">
            <a:avLst/>
          </a:prstGeom>
          <a:gradFill flip="none" rotWithShape="1">
            <a:gsLst>
              <a:gs pos="10000">
                <a:srgbClr val="000000">
                  <a:alpha val="0"/>
                </a:srgbClr>
              </a:gs>
              <a:gs pos="66000">
                <a:srgbClr val="000000">
                  <a:alpha val="46000"/>
                </a:srgbClr>
              </a:gs>
              <a:gs pos="100000">
                <a:srgbClr val="000000">
                  <a:alpha val="60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BA2E734-DB38-BDAB-4860-2617C82B9F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0139" y="3678281"/>
            <a:ext cx="7800660" cy="152098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0000" b="1" dirty="0">
                <a:solidFill>
                  <a:srgbClr val="FFFFFF"/>
                </a:solidFill>
              </a:rPr>
              <a:t>Questions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BE23E75-E7E9-4D9F-6D25-5512363F86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4878570" y="-449383"/>
            <a:ext cx="2425271" cy="12201588"/>
          </a:xfrm>
          <a:prstGeom prst="rect">
            <a:avLst/>
          </a:prstGeom>
          <a:gradFill flip="none" rotWithShape="1">
            <a:gsLst>
              <a:gs pos="10000">
                <a:srgbClr val="000000">
                  <a:alpha val="0"/>
                </a:srgbClr>
              </a:gs>
              <a:gs pos="66000">
                <a:srgbClr val="000000">
                  <a:alpha val="35000"/>
                </a:srgbClr>
              </a:gs>
              <a:gs pos="100000">
                <a:srgbClr val="000000">
                  <a:alpha val="4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1B115DB-65EB-3FC3-7284-CFDF4ADC60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65140" y="871146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29039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</TotalTime>
  <Words>323</Words>
  <Application>Microsoft Office PowerPoint</Application>
  <PresentationFormat>Widescreen</PresentationFormat>
  <Paragraphs>59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Office Theme</vt:lpstr>
      <vt:lpstr>Library Data Analysis &amp; Management Course</vt:lpstr>
      <vt:lpstr>A bit about me…</vt:lpstr>
      <vt:lpstr>A few Important Info</vt:lpstr>
      <vt:lpstr>Module Overview</vt:lpstr>
      <vt:lpstr>Tools/Requirement</vt:lpstr>
      <vt:lpstr>What would you like to see in the Course?</vt:lpstr>
      <vt:lpstr>Approach to Teaching</vt:lpstr>
      <vt:lpstr>What do you need to do?</vt:lpstr>
      <vt:lpstr>Note!</vt:lpstr>
      <vt:lpstr>Module Outcome</vt:lpstr>
      <vt:lpstr>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Jesubukade Ajakaye</dc:creator>
  <cp:lastModifiedBy>Jesubukade Ajakaye</cp:lastModifiedBy>
  <cp:revision>1</cp:revision>
  <dcterms:created xsi:type="dcterms:W3CDTF">2026-07-22T10:56:13Z</dcterms:created>
  <dcterms:modified xsi:type="dcterms:W3CDTF">2026-07-22T12:32:08Z</dcterms:modified>
</cp:coreProperties>
</file>