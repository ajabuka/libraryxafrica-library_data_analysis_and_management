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8407D-E904-45B7-B27A-26894D914BE8}" v="7" dt="2026-07-22T12:18:56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bukade Ajakaye" userId="2984dc69f4d237b3" providerId="LiveId" clId="{5B336FDC-8693-49F7-8112-D04F6DD722B1}"/>
    <pc:docChg chg="undo custSel addSld modSld sldOrd">
      <pc:chgData name="Jesubukade Ajakaye" userId="2984dc69f4d237b3" providerId="LiveId" clId="{5B336FDC-8693-49F7-8112-D04F6DD722B1}" dt="2026-07-22T13:02:39.964" v="1009" actId="14100"/>
      <pc:docMkLst>
        <pc:docMk/>
      </pc:docMkLst>
      <pc:sldChg chg="addSp delSp modSp mod">
        <pc:chgData name="Jesubukade Ajakaye" userId="2984dc69f4d237b3" providerId="LiveId" clId="{5B336FDC-8693-49F7-8112-D04F6DD722B1}" dt="2026-07-22T11:17:28.775" v="46" actId="5793"/>
        <pc:sldMkLst>
          <pc:docMk/>
          <pc:sldMk cId="3187655850" sldId="257"/>
        </pc:sldMkLst>
        <pc:spChg chg="mod">
          <ac:chgData name="Jesubukade Ajakaye" userId="2984dc69f4d237b3" providerId="LiveId" clId="{5B336FDC-8693-49F7-8112-D04F6DD722B1}" dt="2026-07-22T11:17:28.775" v="46" actId="5793"/>
          <ac:spMkLst>
            <pc:docMk/>
            <pc:sldMk cId="3187655850" sldId="257"/>
            <ac:spMk id="2" creationId="{1BF394C4-3BB6-B2D8-846F-86E98C35EF2E}"/>
          </ac:spMkLst>
        </pc:spChg>
        <pc:spChg chg="add 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3" creationId="{A6989FFF-61A5-F0E8-2E4A-5A39AE773A79}"/>
          </ac:spMkLst>
        </pc:spChg>
        <pc:spChg chg="add 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8" creationId="{327D73B4-9F5C-4A64-A179-51B9500CB8B5}"/>
          </ac:spMkLst>
        </pc:spChg>
        <pc:spChg chg="add 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10" creationId="{C1F06963-6374-4B48-844F-071A9BAAAE02}"/>
          </ac:spMkLst>
        </pc:spChg>
        <pc:spChg chg="add 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12" creationId="{6CB927A4-E432-4310-9CD5-E89FF5063179}"/>
          </ac:spMkLst>
        </pc:spChg>
        <pc:spChg chg="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14" creationId="{1453BF6C-B012-48B7-B4E8-6D7AC7C27D02}"/>
          </ac:spMkLst>
        </pc:spChg>
        <pc:spChg chg="add del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16" creationId="{E3020543-B24B-4EC4-8FFC-8DD88EEA91A8}"/>
          </ac:spMkLst>
        </pc:spChg>
        <pc:spChg chg="add del">
          <ac:chgData name="Jesubukade Ajakaye" userId="2984dc69f4d237b3" providerId="LiveId" clId="{5B336FDC-8693-49F7-8112-D04F6DD722B1}" dt="2026-07-22T11:11:48.173" v="1" actId="26606"/>
          <ac:spMkLst>
            <pc:docMk/>
            <pc:sldMk cId="3187655850" sldId="257"/>
            <ac:spMk id="24" creationId="{BACC6370-2D7E-4714-9D71-7542949D7D5D}"/>
          </ac:spMkLst>
        </pc:spChg>
        <pc:spChg chg="add del">
          <ac:chgData name="Jesubukade Ajakaye" userId="2984dc69f4d237b3" providerId="LiveId" clId="{5B336FDC-8693-49F7-8112-D04F6DD722B1}" dt="2026-07-22T11:11:48.173" v="1" actId="26606"/>
          <ac:spMkLst>
            <pc:docMk/>
            <pc:sldMk cId="3187655850" sldId="257"/>
            <ac:spMk id="26" creationId="{F68B3F68-107C-434F-AA38-110D5EA91B85}"/>
          </ac:spMkLst>
        </pc:spChg>
        <pc:spChg chg="add del">
          <ac:chgData name="Jesubukade Ajakaye" userId="2984dc69f4d237b3" providerId="LiveId" clId="{5B336FDC-8693-49F7-8112-D04F6DD722B1}" dt="2026-07-22T11:11:48.173" v="1" actId="26606"/>
          <ac:spMkLst>
            <pc:docMk/>
            <pc:sldMk cId="3187655850" sldId="257"/>
            <ac:spMk id="28" creationId="{AAD0DBB9-1A4B-4391-81D4-CB19F9AB918A}"/>
          </ac:spMkLst>
        </pc:spChg>
        <pc:spChg chg="add del">
          <ac:chgData name="Jesubukade Ajakaye" userId="2984dc69f4d237b3" providerId="LiveId" clId="{5B336FDC-8693-49F7-8112-D04F6DD722B1}" dt="2026-07-22T11:11:48.173" v="1" actId="26606"/>
          <ac:spMkLst>
            <pc:docMk/>
            <pc:sldMk cId="3187655850" sldId="257"/>
            <ac:spMk id="30" creationId="{063BBA22-50EA-4C4D-BE05-F1CE4E63AA56}"/>
          </ac:spMkLst>
        </pc:spChg>
        <pc:spChg chg="add del">
          <ac:chgData name="Jesubukade Ajakaye" userId="2984dc69f4d237b3" providerId="LiveId" clId="{5B336FDC-8693-49F7-8112-D04F6DD722B1}" dt="2026-07-22T11:11:51.072" v="3" actId="26606"/>
          <ac:spMkLst>
            <pc:docMk/>
            <pc:sldMk cId="3187655850" sldId="257"/>
            <ac:spMk id="32" creationId="{43F8A58B-5155-44CE-A5FF-7647B47D0A7A}"/>
          </ac:spMkLst>
        </pc:spChg>
        <pc:spChg chg="add del">
          <ac:chgData name="Jesubukade Ajakaye" userId="2984dc69f4d237b3" providerId="LiveId" clId="{5B336FDC-8693-49F7-8112-D04F6DD722B1}" dt="2026-07-22T11:11:51.072" v="3" actId="26606"/>
          <ac:spMkLst>
            <pc:docMk/>
            <pc:sldMk cId="3187655850" sldId="257"/>
            <ac:spMk id="33" creationId="{BACC6370-2D7E-4714-9D71-7542949D7D5D}"/>
          </ac:spMkLst>
        </pc:spChg>
        <pc:spChg chg="add del">
          <ac:chgData name="Jesubukade Ajakaye" userId="2984dc69f4d237b3" providerId="LiveId" clId="{5B336FDC-8693-49F7-8112-D04F6DD722B1}" dt="2026-07-22T11:11:51.072" v="3" actId="26606"/>
          <ac:spMkLst>
            <pc:docMk/>
            <pc:sldMk cId="3187655850" sldId="257"/>
            <ac:spMk id="34" creationId="{443F2ACA-E6D6-4028-82DD-F03C262D5DE6}"/>
          </ac:spMkLst>
        </pc:spChg>
        <pc:spChg chg="add del">
          <ac:chgData name="Jesubukade Ajakaye" userId="2984dc69f4d237b3" providerId="LiveId" clId="{5B336FDC-8693-49F7-8112-D04F6DD722B1}" dt="2026-07-22T11:11:51.072" v="3" actId="26606"/>
          <ac:spMkLst>
            <pc:docMk/>
            <pc:sldMk cId="3187655850" sldId="257"/>
            <ac:spMk id="35" creationId="{256B2C21-A230-48C0-8DF1-C46611373C44}"/>
          </ac:spMkLst>
        </pc:spChg>
        <pc:spChg chg="add del">
          <ac:chgData name="Jesubukade Ajakaye" userId="2984dc69f4d237b3" providerId="LiveId" clId="{5B336FDC-8693-49F7-8112-D04F6DD722B1}" dt="2026-07-22T11:11:51.072" v="3" actId="26606"/>
          <ac:spMkLst>
            <pc:docMk/>
            <pc:sldMk cId="3187655850" sldId="257"/>
            <ac:spMk id="36" creationId="{3847E18C-932D-4C95-AABA-FEC7C9499AD7}"/>
          </ac:spMkLst>
        </pc:spChg>
        <pc:spChg chg="add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40" creationId="{BACC6370-2D7E-4714-9D71-7542949D7D5D}"/>
          </ac:spMkLst>
        </pc:spChg>
        <pc:spChg chg="add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41" creationId="{F68B3F68-107C-434F-AA38-110D5EA91B85}"/>
          </ac:spMkLst>
        </pc:spChg>
        <pc:spChg chg="add">
          <ac:chgData name="Jesubukade Ajakaye" userId="2984dc69f4d237b3" providerId="LiveId" clId="{5B336FDC-8693-49F7-8112-D04F6DD722B1}" dt="2026-07-22T11:11:51.092" v="4" actId="26606"/>
          <ac:spMkLst>
            <pc:docMk/>
            <pc:sldMk cId="3187655850" sldId="257"/>
            <ac:spMk id="43" creationId="{063BBA22-50EA-4C4D-BE05-F1CE4E63AA56}"/>
          </ac:spMkLst>
        </pc:spChg>
      </pc:sldChg>
      <pc:sldChg chg="addSp modSp mod setBg">
        <pc:chgData name="Jesubukade Ajakaye" userId="2984dc69f4d237b3" providerId="LiveId" clId="{5B336FDC-8693-49F7-8112-D04F6DD722B1}" dt="2026-07-22T11:19:47.320" v="108" actId="26606"/>
        <pc:sldMkLst>
          <pc:docMk/>
          <pc:sldMk cId="3588424488" sldId="258"/>
        </pc:sldMkLst>
        <pc:spChg chg="mo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2" creationId="{71A4F835-1539-F85A-BA67-AA7254EBD8AF}"/>
          </ac:spMkLst>
        </pc:spChg>
        <pc:spChg chg="mo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3" creationId="{073ADC5C-CA5D-97D2-BCA5-3AAB408B732C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8" creationId="{F837543A-6020-4505-A233-C9DB4BF74011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10" creationId="{35B16301-FB18-48BA-A6DD-C37CAF6F9A18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12" creationId="{C3C0D90E-074A-4F52-9B11-B52BEF4BCBE5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14" creationId="{CABBD4C1-E6F8-46F6-8152-A8A97490BF4D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16" creationId="{83BA5EF5-1FE9-4BF9-83BB-269BCDDF6156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20" creationId="{88853921-7BC9-4BDE-ACAB-133C683C82D6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22" creationId="{09192968-3AE7-4470-A61C-97294BB92731}"/>
          </ac:spMkLst>
        </pc:spChg>
        <pc:spChg chg="add">
          <ac:chgData name="Jesubukade Ajakaye" userId="2984dc69f4d237b3" providerId="LiveId" clId="{5B336FDC-8693-49F7-8112-D04F6DD722B1}" dt="2026-07-22T11:19:47.320" v="108" actId="26606"/>
          <ac:spMkLst>
            <pc:docMk/>
            <pc:sldMk cId="3588424488" sldId="258"/>
            <ac:spMk id="24" creationId="{3AB72E55-43E4-4356-BFE8-E2102CB0B505}"/>
          </ac:spMkLst>
        </pc:spChg>
      </pc:sldChg>
      <pc:sldChg chg="addSp delSp modSp new mod setBg">
        <pc:chgData name="Jesubukade Ajakaye" userId="2984dc69f4d237b3" providerId="LiveId" clId="{5B336FDC-8693-49F7-8112-D04F6DD722B1}" dt="2026-07-22T11:48:27.562" v="294" actId="26606"/>
        <pc:sldMkLst>
          <pc:docMk/>
          <pc:sldMk cId="1683335274" sldId="259"/>
        </pc:sldMkLst>
        <pc:spChg chg="mod">
          <ac:chgData name="Jesubukade Ajakaye" userId="2984dc69f4d237b3" providerId="LiveId" clId="{5B336FDC-8693-49F7-8112-D04F6DD722B1}" dt="2026-07-22T11:48:27.562" v="294" actId="26606"/>
          <ac:spMkLst>
            <pc:docMk/>
            <pc:sldMk cId="1683335274" sldId="259"/>
            <ac:spMk id="2" creationId="{A52FD645-1499-4294-FEFD-2E4659E14AB0}"/>
          </ac:spMkLst>
        </pc:spChg>
        <pc:spChg chg="del mod">
          <ac:chgData name="Jesubukade Ajakaye" userId="2984dc69f4d237b3" providerId="LiveId" clId="{5B336FDC-8693-49F7-8112-D04F6DD722B1}" dt="2026-07-22T11:48:27.562" v="294" actId="26606"/>
          <ac:spMkLst>
            <pc:docMk/>
            <pc:sldMk cId="1683335274" sldId="259"/>
            <ac:spMk id="3" creationId="{CC5D9105-226F-1AE8-E92C-9123DE0C9604}"/>
          </ac:spMkLst>
        </pc:spChg>
        <pc:spChg chg="add">
          <ac:chgData name="Jesubukade Ajakaye" userId="2984dc69f4d237b3" providerId="LiveId" clId="{5B336FDC-8693-49F7-8112-D04F6DD722B1}" dt="2026-07-22T11:48:27.562" v="294" actId="26606"/>
          <ac:spMkLst>
            <pc:docMk/>
            <pc:sldMk cId="1683335274" sldId="259"/>
            <ac:spMk id="9" creationId="{9DBC8166-481C-4473-95F5-9A5B9073B7F1}"/>
          </ac:spMkLst>
        </pc:spChg>
        <pc:spChg chg="add">
          <ac:chgData name="Jesubukade Ajakaye" userId="2984dc69f4d237b3" providerId="LiveId" clId="{5B336FDC-8693-49F7-8112-D04F6DD722B1}" dt="2026-07-22T11:48:27.562" v="294" actId="26606"/>
          <ac:spMkLst>
            <pc:docMk/>
            <pc:sldMk cId="1683335274" sldId="259"/>
            <ac:spMk id="11" creationId="{A5A5CE6E-90AF-4D43-A014-1F9EC83EB93D}"/>
          </ac:spMkLst>
        </pc:spChg>
        <pc:graphicFrameChg chg="add">
          <ac:chgData name="Jesubukade Ajakaye" userId="2984dc69f4d237b3" providerId="LiveId" clId="{5B336FDC-8693-49F7-8112-D04F6DD722B1}" dt="2026-07-22T11:48:27.562" v="294" actId="26606"/>
          <ac:graphicFrameMkLst>
            <pc:docMk/>
            <pc:sldMk cId="1683335274" sldId="259"/>
            <ac:graphicFrameMk id="5" creationId="{63DFB3AD-1496-283D-77C4-47D61B017432}"/>
          </ac:graphicFrameMkLst>
        </pc:graphicFrameChg>
      </pc:sldChg>
      <pc:sldChg chg="addSp delSp modSp new mod setBg">
        <pc:chgData name="Jesubukade Ajakaye" userId="2984dc69f4d237b3" providerId="LiveId" clId="{5B336FDC-8693-49F7-8112-D04F6DD722B1}" dt="2026-07-22T11:46:35.789" v="285" actId="26606"/>
        <pc:sldMkLst>
          <pc:docMk/>
          <pc:sldMk cId="302187724" sldId="260"/>
        </pc:sldMkLst>
        <pc:spChg chg="mod">
          <ac:chgData name="Jesubukade Ajakaye" userId="2984dc69f4d237b3" providerId="LiveId" clId="{5B336FDC-8693-49F7-8112-D04F6DD722B1}" dt="2026-07-22T11:46:35.789" v="285" actId="26606"/>
          <ac:spMkLst>
            <pc:docMk/>
            <pc:sldMk cId="302187724" sldId="260"/>
            <ac:spMk id="2" creationId="{AE4AA37B-B556-348C-B6A7-62DADB748820}"/>
          </ac:spMkLst>
        </pc:spChg>
        <pc:spChg chg="add del mod">
          <ac:chgData name="Jesubukade Ajakaye" userId="2984dc69f4d237b3" providerId="LiveId" clId="{5B336FDC-8693-49F7-8112-D04F6DD722B1}" dt="2026-07-22T11:46:35.789" v="285" actId="26606"/>
          <ac:spMkLst>
            <pc:docMk/>
            <pc:sldMk cId="302187724" sldId="260"/>
            <ac:spMk id="3" creationId="{ADC8F370-5A4C-A9E5-F489-930EC053F859}"/>
          </ac:spMkLst>
        </pc:spChg>
        <pc:spChg chg="add del">
          <ac:chgData name="Jesubukade Ajakaye" userId="2984dc69f4d237b3" providerId="LiveId" clId="{5B336FDC-8693-49F7-8112-D04F6DD722B1}" dt="2026-07-22T11:45:59.404" v="264" actId="26606"/>
          <ac:spMkLst>
            <pc:docMk/>
            <pc:sldMk cId="302187724" sldId="260"/>
            <ac:spMk id="9" creationId="{56E9B3E6-E277-4D68-BA48-9CB43FFBD6E2}"/>
          </ac:spMkLst>
        </pc:spChg>
        <pc:spChg chg="add">
          <ac:chgData name="Jesubukade Ajakaye" userId="2984dc69f4d237b3" providerId="LiveId" clId="{5B336FDC-8693-49F7-8112-D04F6DD722B1}" dt="2026-07-22T11:46:35.789" v="285" actId="26606"/>
          <ac:spMkLst>
            <pc:docMk/>
            <pc:sldMk cId="302187724" sldId="260"/>
            <ac:spMk id="10" creationId="{B50AB553-2A96-4A92-96F2-93548E096954}"/>
          </ac:spMkLst>
        </pc:spChg>
        <pc:spChg chg="add del">
          <ac:chgData name="Jesubukade Ajakaye" userId="2984dc69f4d237b3" providerId="LiveId" clId="{5B336FDC-8693-49F7-8112-D04F6DD722B1}" dt="2026-07-22T11:45:59.404" v="264" actId="26606"/>
          <ac:spMkLst>
            <pc:docMk/>
            <pc:sldMk cId="302187724" sldId="260"/>
            <ac:spMk id="16" creationId="{D5B0017B-2ECA-49AF-B397-DC140825DF8D}"/>
          </ac:spMkLst>
        </pc:spChg>
        <pc:grpChg chg="add del">
          <ac:chgData name="Jesubukade Ajakaye" userId="2984dc69f4d237b3" providerId="LiveId" clId="{5B336FDC-8693-49F7-8112-D04F6DD722B1}" dt="2026-07-22T11:45:59.404" v="264" actId="26606"/>
          <ac:grpSpMkLst>
            <pc:docMk/>
            <pc:sldMk cId="302187724" sldId="260"/>
            <ac:grpSpMk id="11" creationId="{AE1C45F0-260A-458C-96ED-C1F6D2151219}"/>
          </ac:grpSpMkLst>
        </pc:grpChg>
        <pc:graphicFrameChg chg="add del">
          <ac:chgData name="Jesubukade Ajakaye" userId="2984dc69f4d237b3" providerId="LiveId" clId="{5B336FDC-8693-49F7-8112-D04F6DD722B1}" dt="2026-07-22T11:45:59.404" v="264" actId="26606"/>
          <ac:graphicFrameMkLst>
            <pc:docMk/>
            <pc:sldMk cId="302187724" sldId="260"/>
            <ac:graphicFrameMk id="5" creationId="{F2EE17FF-8294-75AF-C8BA-9376E77E144C}"/>
          </ac:graphicFrameMkLst>
        </pc:graphicFrameChg>
        <pc:graphicFrameChg chg="add">
          <ac:chgData name="Jesubukade Ajakaye" userId="2984dc69f4d237b3" providerId="LiveId" clId="{5B336FDC-8693-49F7-8112-D04F6DD722B1}" dt="2026-07-22T11:46:35.789" v="285" actId="26606"/>
          <ac:graphicFrameMkLst>
            <pc:docMk/>
            <pc:sldMk cId="302187724" sldId="260"/>
            <ac:graphicFrameMk id="7" creationId="{E1039C20-CB1F-7BD1-8B2B-C61654FE6A28}"/>
          </ac:graphicFrameMkLst>
        </pc:graphicFrameChg>
        <pc:picChg chg="add">
          <ac:chgData name="Jesubukade Ajakaye" userId="2984dc69f4d237b3" providerId="LiveId" clId="{5B336FDC-8693-49F7-8112-D04F6DD722B1}" dt="2026-07-22T11:46:35.789" v="285" actId="26606"/>
          <ac:picMkLst>
            <pc:docMk/>
            <pc:sldMk cId="302187724" sldId="260"/>
            <ac:picMk id="6" creationId="{BB4F32BF-B85D-CE28-30EE-C6145CA4CE71}"/>
          </ac:picMkLst>
        </pc:picChg>
        <pc:cxnChg chg="add del">
          <ac:chgData name="Jesubukade Ajakaye" userId="2984dc69f4d237b3" providerId="LiveId" clId="{5B336FDC-8693-49F7-8112-D04F6DD722B1}" dt="2026-07-22T11:45:59.404" v="264" actId="26606"/>
          <ac:cxnSpMkLst>
            <pc:docMk/>
            <pc:sldMk cId="302187724" sldId="260"/>
            <ac:cxnSpMk id="18" creationId="{6CF1BAF6-AD41-4082-B212-8A1F9A2E8779}"/>
          </ac:cxnSpMkLst>
        </pc:cxnChg>
      </pc:sldChg>
      <pc:sldChg chg="modSp new mod">
        <pc:chgData name="Jesubukade Ajakaye" userId="2984dc69f4d237b3" providerId="LiveId" clId="{5B336FDC-8693-49F7-8112-D04F6DD722B1}" dt="2026-07-22T12:15:23.665" v="348" actId="20577"/>
        <pc:sldMkLst>
          <pc:docMk/>
          <pc:sldMk cId="606051707" sldId="261"/>
        </pc:sldMkLst>
        <pc:spChg chg="mod">
          <ac:chgData name="Jesubukade Ajakaye" userId="2984dc69f4d237b3" providerId="LiveId" clId="{5B336FDC-8693-49F7-8112-D04F6DD722B1}" dt="2026-07-22T12:15:23.665" v="348" actId="20577"/>
          <ac:spMkLst>
            <pc:docMk/>
            <pc:sldMk cId="606051707" sldId="261"/>
            <ac:spMk id="2" creationId="{7A395CAA-C235-9214-BCF8-E49B07DB8355}"/>
          </ac:spMkLst>
        </pc:spChg>
      </pc:sldChg>
      <pc:sldChg chg="addSp modSp new mod setBg">
        <pc:chgData name="Jesubukade Ajakaye" userId="2984dc69f4d237b3" providerId="LiveId" clId="{5B336FDC-8693-49F7-8112-D04F6DD722B1}" dt="2026-07-22T12:17:55.649" v="451" actId="123"/>
        <pc:sldMkLst>
          <pc:docMk/>
          <pc:sldMk cId="711103865" sldId="262"/>
        </pc:sldMkLst>
        <pc:spChg chg="mod">
          <ac:chgData name="Jesubukade Ajakaye" userId="2984dc69f4d237b3" providerId="LiveId" clId="{5B336FDC-8693-49F7-8112-D04F6DD722B1}" dt="2026-07-22T12:17:47.153" v="446" actId="14100"/>
          <ac:spMkLst>
            <pc:docMk/>
            <pc:sldMk cId="711103865" sldId="262"/>
            <ac:spMk id="2" creationId="{1EE29A55-6B84-AB4C-D243-DF86AD76A3DE}"/>
          </ac:spMkLst>
        </pc:spChg>
        <pc:spChg chg="mod">
          <ac:chgData name="Jesubukade Ajakaye" userId="2984dc69f4d237b3" providerId="LiveId" clId="{5B336FDC-8693-49F7-8112-D04F6DD722B1}" dt="2026-07-22T12:17:55.649" v="451" actId="123"/>
          <ac:spMkLst>
            <pc:docMk/>
            <pc:sldMk cId="711103865" sldId="262"/>
            <ac:spMk id="3" creationId="{41E2CCAE-C8DE-0D4E-9522-0B88C86A407E}"/>
          </ac:spMkLst>
        </pc:spChg>
        <pc:picChg chg="add">
          <ac:chgData name="Jesubukade Ajakaye" userId="2984dc69f4d237b3" providerId="LiveId" clId="{5B336FDC-8693-49F7-8112-D04F6DD722B1}" dt="2026-07-22T12:17:26.499" v="443" actId="26606"/>
          <ac:picMkLst>
            <pc:docMk/>
            <pc:sldMk cId="711103865" sldId="262"/>
            <ac:picMk id="5" creationId="{1CA0E8CE-ECA4-F61D-4FD0-095440BD013F}"/>
          </ac:picMkLst>
        </pc:picChg>
        <pc:cxnChg chg="add">
          <ac:chgData name="Jesubukade Ajakaye" userId="2984dc69f4d237b3" providerId="LiveId" clId="{5B336FDC-8693-49F7-8112-D04F6DD722B1}" dt="2026-07-22T12:17:26.499" v="443" actId="26606"/>
          <ac:cxnSpMkLst>
            <pc:docMk/>
            <pc:sldMk cId="711103865" sldId="262"/>
            <ac:cxnSpMk id="9" creationId="{1503BFE4-729B-D9D0-C17B-501E6AF1127A}"/>
          </ac:cxnSpMkLst>
        </pc:cxnChg>
      </pc:sldChg>
      <pc:sldChg chg="addSp modSp add mod setBg">
        <pc:chgData name="Jesubukade Ajakaye" userId="2984dc69f4d237b3" providerId="LiveId" clId="{5B336FDC-8693-49F7-8112-D04F6DD722B1}" dt="2026-07-22T12:21:33.100" v="546" actId="1076"/>
        <pc:sldMkLst>
          <pc:docMk/>
          <pc:sldMk cId="3594706718" sldId="263"/>
        </pc:sldMkLst>
        <pc:spChg chg="mod">
          <ac:chgData name="Jesubukade Ajakaye" userId="2984dc69f4d237b3" providerId="LiveId" clId="{5B336FDC-8693-49F7-8112-D04F6DD722B1}" dt="2026-07-22T12:20:51.768" v="540" actId="1076"/>
          <ac:spMkLst>
            <pc:docMk/>
            <pc:sldMk cId="3594706718" sldId="263"/>
            <ac:spMk id="2" creationId="{E9631734-8E6F-7941-0B3B-6CDF3215C055}"/>
          </ac:spMkLst>
        </pc:spChg>
        <pc:spChg chg="mod">
          <ac:chgData name="Jesubukade Ajakaye" userId="2984dc69f4d237b3" providerId="LiveId" clId="{5B336FDC-8693-49F7-8112-D04F6DD722B1}" dt="2026-07-22T12:21:33.100" v="546" actId="1076"/>
          <ac:spMkLst>
            <pc:docMk/>
            <pc:sldMk cId="3594706718" sldId="263"/>
            <ac:spMk id="3" creationId="{450F4CDC-92DD-62D9-80BF-7A77C5AA4BA7}"/>
          </ac:spMkLst>
        </pc:spChg>
        <pc:spChg chg="add">
          <ac:chgData name="Jesubukade Ajakaye" userId="2984dc69f4d237b3" providerId="LiveId" clId="{5B336FDC-8693-49F7-8112-D04F6DD722B1}" dt="2026-07-22T12:20:43.765" v="538" actId="26606"/>
          <ac:spMkLst>
            <pc:docMk/>
            <pc:sldMk cId="3594706718" sldId="263"/>
            <ac:spMk id="10" creationId="{EDDBB197-D710-4A4F-A9CA-FD2177498BE8}"/>
          </ac:spMkLst>
        </pc:spChg>
        <pc:spChg chg="add">
          <ac:chgData name="Jesubukade Ajakaye" userId="2984dc69f4d237b3" providerId="LiveId" clId="{5B336FDC-8693-49F7-8112-D04F6DD722B1}" dt="2026-07-22T12:20:43.765" v="538" actId="26606"/>
          <ac:spMkLst>
            <pc:docMk/>
            <pc:sldMk cId="3594706718" sldId="263"/>
            <ac:spMk id="12" creationId="{975D1CFA-2CDB-4B64-BD9F-85744E8DA12F}"/>
          </ac:spMkLst>
        </pc:spChg>
        <pc:grpChg chg="add">
          <ac:chgData name="Jesubukade Ajakaye" userId="2984dc69f4d237b3" providerId="LiveId" clId="{5B336FDC-8693-49F7-8112-D04F6DD722B1}" dt="2026-07-22T12:20:43.765" v="538" actId="26606"/>
          <ac:grpSpMkLst>
            <pc:docMk/>
            <pc:sldMk cId="3594706718" sldId="263"/>
            <ac:grpSpMk id="14" creationId="{25EE5136-01F1-466C-962D-BA9B4C6757AA}"/>
          </ac:grpSpMkLst>
        </pc:grpChg>
        <pc:picChg chg="add">
          <ac:chgData name="Jesubukade Ajakaye" userId="2984dc69f4d237b3" providerId="LiveId" clId="{5B336FDC-8693-49F7-8112-D04F6DD722B1}" dt="2026-07-22T12:20:43.765" v="538" actId="26606"/>
          <ac:picMkLst>
            <pc:docMk/>
            <pc:sldMk cId="3594706718" sldId="263"/>
            <ac:picMk id="7" creationId="{56927A2A-305D-BB21-376C-1884D170CB9B}"/>
          </ac:picMkLst>
        </pc:picChg>
      </pc:sldChg>
      <pc:sldChg chg="addSp modSp new mod setBg">
        <pc:chgData name="Jesubukade Ajakaye" userId="2984dc69f4d237b3" providerId="LiveId" clId="{5B336FDC-8693-49F7-8112-D04F6DD722B1}" dt="2026-07-22T12:26:36.935" v="626" actId="20577"/>
        <pc:sldMkLst>
          <pc:docMk/>
          <pc:sldMk cId="3105385856" sldId="264"/>
        </pc:sldMkLst>
        <pc:spChg chg="mod">
          <ac:chgData name="Jesubukade Ajakaye" userId="2984dc69f4d237b3" providerId="LiveId" clId="{5B336FDC-8693-49F7-8112-D04F6DD722B1}" dt="2026-07-22T12:24:47.498" v="581" actId="1076"/>
          <ac:spMkLst>
            <pc:docMk/>
            <pc:sldMk cId="3105385856" sldId="264"/>
            <ac:spMk id="2" creationId="{E75FFDAF-B6C3-7F20-89A3-EC4E90D482FC}"/>
          </ac:spMkLst>
        </pc:spChg>
        <pc:spChg chg="mod">
          <ac:chgData name="Jesubukade Ajakaye" userId="2984dc69f4d237b3" providerId="LiveId" clId="{5B336FDC-8693-49F7-8112-D04F6DD722B1}" dt="2026-07-22T12:26:36.935" v="626" actId="20577"/>
          <ac:spMkLst>
            <pc:docMk/>
            <pc:sldMk cId="3105385856" sldId="264"/>
            <ac:spMk id="3" creationId="{149797ED-A44D-2AA0-AAF2-C105E619D1C4}"/>
          </ac:spMkLst>
        </pc:spChg>
        <pc:spChg chg="add">
          <ac:chgData name="Jesubukade Ajakaye" userId="2984dc69f4d237b3" providerId="LiveId" clId="{5B336FDC-8693-49F7-8112-D04F6DD722B1}" dt="2026-07-22T12:24:21.406" v="575" actId="26606"/>
          <ac:spMkLst>
            <pc:docMk/>
            <pc:sldMk cId="3105385856" sldId="264"/>
            <ac:spMk id="10" creationId="{245A9F99-D9B1-4094-A2E2-B90AC1DB7B9C}"/>
          </ac:spMkLst>
        </pc:spChg>
        <pc:spChg chg="add">
          <ac:chgData name="Jesubukade Ajakaye" userId="2984dc69f4d237b3" providerId="LiveId" clId="{5B336FDC-8693-49F7-8112-D04F6DD722B1}" dt="2026-07-22T12:24:21.406" v="575" actId="26606"/>
          <ac:spMkLst>
            <pc:docMk/>
            <pc:sldMk cId="3105385856" sldId="264"/>
            <ac:spMk id="12" creationId="{B7FAF607-473A-4A43-A23D-BBFF5C4117BB}"/>
          </ac:spMkLst>
        </pc:spChg>
        <pc:grpChg chg="add">
          <ac:chgData name="Jesubukade Ajakaye" userId="2984dc69f4d237b3" providerId="LiveId" clId="{5B336FDC-8693-49F7-8112-D04F6DD722B1}" dt="2026-07-22T12:24:21.406" v="575" actId="26606"/>
          <ac:grpSpMkLst>
            <pc:docMk/>
            <pc:sldMk cId="3105385856" sldId="264"/>
            <ac:grpSpMk id="14" creationId="{C5F6476F-D303-44D3-B30F-1BA348F0F64A}"/>
          </ac:grpSpMkLst>
        </pc:grpChg>
        <pc:picChg chg="add">
          <ac:chgData name="Jesubukade Ajakaye" userId="2984dc69f4d237b3" providerId="LiveId" clId="{5B336FDC-8693-49F7-8112-D04F6DD722B1}" dt="2026-07-22T12:24:21.406" v="575" actId="26606"/>
          <ac:picMkLst>
            <pc:docMk/>
            <pc:sldMk cId="3105385856" sldId="264"/>
            <ac:picMk id="7" creationId="{A25FAB85-F874-4D15-230E-BFB83A0B2BE0}"/>
          </ac:picMkLst>
        </pc:picChg>
      </pc:sldChg>
      <pc:sldChg chg="addSp modSp new mod setBg">
        <pc:chgData name="Jesubukade Ajakaye" userId="2984dc69f4d237b3" providerId="LiveId" clId="{5B336FDC-8693-49F7-8112-D04F6DD722B1}" dt="2026-07-22T12:30:27.220" v="791" actId="255"/>
        <pc:sldMkLst>
          <pc:docMk/>
          <pc:sldMk cId="3612673071" sldId="265"/>
        </pc:sldMkLst>
        <pc:spChg chg="mod">
          <ac:chgData name="Jesubukade Ajakaye" userId="2984dc69f4d237b3" providerId="LiveId" clId="{5B336FDC-8693-49F7-8112-D04F6DD722B1}" dt="2026-07-22T12:30:12.289" v="789" actId="26606"/>
          <ac:spMkLst>
            <pc:docMk/>
            <pc:sldMk cId="3612673071" sldId="265"/>
            <ac:spMk id="2" creationId="{FC95EF30-2373-4308-41EE-E02CBEFA24C2}"/>
          </ac:spMkLst>
        </pc:spChg>
        <pc:spChg chg="mod">
          <ac:chgData name="Jesubukade Ajakaye" userId="2984dc69f4d237b3" providerId="LiveId" clId="{5B336FDC-8693-49F7-8112-D04F6DD722B1}" dt="2026-07-22T12:30:27.220" v="791" actId="255"/>
          <ac:spMkLst>
            <pc:docMk/>
            <pc:sldMk cId="3612673071" sldId="265"/>
            <ac:spMk id="3" creationId="{3D28BFD2-11C7-8836-10AA-C289B90E8D08}"/>
          </ac:spMkLst>
        </pc:spChg>
        <pc:spChg chg="add">
          <ac:chgData name="Jesubukade Ajakaye" userId="2984dc69f4d237b3" providerId="LiveId" clId="{5B336FDC-8693-49F7-8112-D04F6DD722B1}" dt="2026-07-22T12:30:12.289" v="789" actId="26606"/>
          <ac:spMkLst>
            <pc:docMk/>
            <pc:sldMk cId="3612673071" sldId="265"/>
            <ac:spMk id="9" creationId="{C0763A76-9F1C-4FC5-82B7-DD475DA461B2}"/>
          </ac:spMkLst>
        </pc:spChg>
        <pc:spChg chg="add">
          <ac:chgData name="Jesubukade Ajakaye" userId="2984dc69f4d237b3" providerId="LiveId" clId="{5B336FDC-8693-49F7-8112-D04F6DD722B1}" dt="2026-07-22T12:30:12.289" v="789" actId="26606"/>
          <ac:spMkLst>
            <pc:docMk/>
            <pc:sldMk cId="3612673071" sldId="265"/>
            <ac:spMk id="11" creationId="{E81BF4F6-F2CF-4984-9D14-D6966D92F99F}"/>
          </ac:spMkLst>
        </pc:spChg>
        <pc:picChg chg="add">
          <ac:chgData name="Jesubukade Ajakaye" userId="2984dc69f4d237b3" providerId="LiveId" clId="{5B336FDC-8693-49F7-8112-D04F6DD722B1}" dt="2026-07-22T12:30:12.289" v="789" actId="26606"/>
          <ac:picMkLst>
            <pc:docMk/>
            <pc:sldMk cId="3612673071" sldId="265"/>
            <ac:picMk id="5" creationId="{29A6C421-D108-EAC7-4F98-1E40B7ED23F3}"/>
          </ac:picMkLst>
        </pc:picChg>
      </pc:sldChg>
      <pc:sldChg chg="addSp delSp modSp new mod setBg">
        <pc:chgData name="Jesubukade Ajakaye" userId="2984dc69f4d237b3" providerId="LiveId" clId="{5B336FDC-8693-49F7-8112-D04F6DD722B1}" dt="2026-07-22T12:32:05.966" v="827" actId="27636"/>
        <pc:sldMkLst>
          <pc:docMk/>
          <pc:sldMk cId="3972903928" sldId="266"/>
        </pc:sldMkLst>
        <pc:spChg chg="mod">
          <ac:chgData name="Jesubukade Ajakaye" userId="2984dc69f4d237b3" providerId="LiveId" clId="{5B336FDC-8693-49F7-8112-D04F6DD722B1}" dt="2026-07-22T12:32:05.966" v="827" actId="27636"/>
          <ac:spMkLst>
            <pc:docMk/>
            <pc:sldMk cId="3972903928" sldId="266"/>
            <ac:spMk id="2" creationId="{BBA2E734-DB38-BDAB-4860-2617C82B9FB9}"/>
          </ac:spMkLst>
        </pc:spChg>
        <pc:spChg chg="del">
          <ac:chgData name="Jesubukade Ajakaye" userId="2984dc69f4d237b3" providerId="LiveId" clId="{5B336FDC-8693-49F7-8112-D04F6DD722B1}" dt="2026-07-22T12:30:49.137" v="803" actId="26606"/>
          <ac:spMkLst>
            <pc:docMk/>
            <pc:sldMk cId="3972903928" sldId="266"/>
            <ac:spMk id="3" creationId="{CF5F6C68-5389-AB7B-703A-DBBA6FA21083}"/>
          </ac:spMkLst>
        </pc:spChg>
        <pc:spChg chg="add">
          <ac:chgData name="Jesubukade Ajakaye" userId="2984dc69f4d237b3" providerId="LiveId" clId="{5B336FDC-8693-49F7-8112-D04F6DD722B1}" dt="2026-07-22T12:30:49.137" v="803" actId="26606"/>
          <ac:spMkLst>
            <pc:docMk/>
            <pc:sldMk cId="3972903928" sldId="266"/>
            <ac:spMk id="9" creationId="{EB0222B5-B739-82A9-5CCC-C5585AE12A69}"/>
          </ac:spMkLst>
        </pc:spChg>
        <pc:spChg chg="add">
          <ac:chgData name="Jesubukade Ajakaye" userId="2984dc69f4d237b3" providerId="LiveId" clId="{5B336FDC-8693-49F7-8112-D04F6DD722B1}" dt="2026-07-22T12:30:49.137" v="803" actId="26606"/>
          <ac:spMkLst>
            <pc:docMk/>
            <pc:sldMk cId="3972903928" sldId="266"/>
            <ac:spMk id="11" creationId="{5BE23E75-E7E9-4D9F-6D25-5512363F8621}"/>
          </ac:spMkLst>
        </pc:spChg>
        <pc:picChg chg="add mod">
          <ac:chgData name="Jesubukade Ajakaye" userId="2984dc69f4d237b3" providerId="LiveId" clId="{5B336FDC-8693-49F7-8112-D04F6DD722B1}" dt="2026-07-22T12:31:22.736" v="816" actId="1076"/>
          <ac:picMkLst>
            <pc:docMk/>
            <pc:sldMk cId="3972903928" sldId="266"/>
            <ac:picMk id="5" creationId="{07C7CE1A-5925-5FB6-61B6-ADA90B79FD5B}"/>
          </ac:picMkLst>
        </pc:picChg>
        <pc:cxnChg chg="add">
          <ac:chgData name="Jesubukade Ajakaye" userId="2984dc69f4d237b3" providerId="LiveId" clId="{5B336FDC-8693-49F7-8112-D04F6DD722B1}" dt="2026-07-22T12:30:49.137" v="803" actId="26606"/>
          <ac:cxnSpMkLst>
            <pc:docMk/>
            <pc:sldMk cId="3972903928" sldId="266"/>
            <ac:cxnSpMk id="13" creationId="{61B115DB-65EB-3FC3-7284-CFDF4ADC60B6}"/>
          </ac:cxnSpMkLst>
        </pc:cxnChg>
      </pc:sldChg>
      <pc:sldChg chg="addSp modSp add mod ord setBg">
        <pc:chgData name="Jesubukade Ajakaye" userId="2984dc69f4d237b3" providerId="LiveId" clId="{5B336FDC-8693-49F7-8112-D04F6DD722B1}" dt="2026-07-22T13:02:39.964" v="1009" actId="14100"/>
        <pc:sldMkLst>
          <pc:docMk/>
          <pc:sldMk cId="2818417936" sldId="267"/>
        </pc:sldMkLst>
        <pc:spChg chg="mod">
          <ac:chgData name="Jesubukade Ajakaye" userId="2984dc69f4d237b3" providerId="LiveId" clId="{5B336FDC-8693-49F7-8112-D04F6DD722B1}" dt="2026-07-22T13:02:25.965" v="1005" actId="14100"/>
          <ac:spMkLst>
            <pc:docMk/>
            <pc:sldMk cId="2818417936" sldId="267"/>
            <ac:spMk id="2" creationId="{C7B3A9CE-1F98-F6A9-968A-1D96808D95FC}"/>
          </ac:spMkLst>
        </pc:spChg>
        <pc:spChg chg="mod">
          <ac:chgData name="Jesubukade Ajakaye" userId="2984dc69f4d237b3" providerId="LiveId" clId="{5B336FDC-8693-49F7-8112-D04F6DD722B1}" dt="2026-07-22T13:02:39.964" v="1009" actId="14100"/>
          <ac:spMkLst>
            <pc:docMk/>
            <pc:sldMk cId="2818417936" sldId="267"/>
            <ac:spMk id="3" creationId="{269D820B-8BED-4DFC-0CA3-85A5110E1286}"/>
          </ac:spMkLst>
        </pc:spChg>
        <pc:spChg chg="add">
          <ac:chgData name="Jesubukade Ajakaye" userId="2984dc69f4d237b3" providerId="LiveId" clId="{5B336FDC-8693-49F7-8112-D04F6DD722B1}" dt="2026-07-22T13:02:03.357" v="1002" actId="26606"/>
          <ac:spMkLst>
            <pc:docMk/>
            <pc:sldMk cId="2818417936" sldId="267"/>
            <ac:spMk id="10" creationId="{245A9F99-D9B1-4094-A2E2-B90AC1DB7B9C}"/>
          </ac:spMkLst>
        </pc:spChg>
        <pc:spChg chg="add">
          <ac:chgData name="Jesubukade Ajakaye" userId="2984dc69f4d237b3" providerId="LiveId" clId="{5B336FDC-8693-49F7-8112-D04F6DD722B1}" dt="2026-07-22T13:02:03.357" v="1002" actId="26606"/>
          <ac:spMkLst>
            <pc:docMk/>
            <pc:sldMk cId="2818417936" sldId="267"/>
            <ac:spMk id="12" creationId="{B7FAF607-473A-4A43-A23D-BBFF5C4117BB}"/>
          </ac:spMkLst>
        </pc:spChg>
        <pc:grpChg chg="add">
          <ac:chgData name="Jesubukade Ajakaye" userId="2984dc69f4d237b3" providerId="LiveId" clId="{5B336FDC-8693-49F7-8112-D04F6DD722B1}" dt="2026-07-22T13:02:03.357" v="1002" actId="26606"/>
          <ac:grpSpMkLst>
            <pc:docMk/>
            <pc:sldMk cId="2818417936" sldId="267"/>
            <ac:grpSpMk id="14" creationId="{C5F6476F-D303-44D3-B30F-1BA348F0F64A}"/>
          </ac:grpSpMkLst>
        </pc:grpChg>
        <pc:picChg chg="add">
          <ac:chgData name="Jesubukade Ajakaye" userId="2984dc69f4d237b3" providerId="LiveId" clId="{5B336FDC-8693-49F7-8112-D04F6DD722B1}" dt="2026-07-22T13:02:03.357" v="1002" actId="26606"/>
          <ac:picMkLst>
            <pc:docMk/>
            <pc:sldMk cId="2818417936" sldId="267"/>
            <ac:picMk id="7" creationId="{1D69C63B-C4FC-222E-74E0-EE3AA943011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67208-AD08-492C-882E-EF6351A73C2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F395B67-4D7C-4A46-AC55-EFCC8B98265F}">
      <dgm:prSet/>
      <dgm:spPr/>
      <dgm:t>
        <a:bodyPr/>
        <a:lstStyle/>
        <a:p>
          <a:pPr>
            <a:defRPr b="1"/>
          </a:pPr>
          <a:r>
            <a:rPr lang="en-GB"/>
            <a:t>BLIS (2016) and MLIS (2021) at University of Ibadan</a:t>
          </a:r>
          <a:endParaRPr lang="en-US"/>
        </a:p>
      </dgm:t>
    </dgm:pt>
    <dgm:pt modelId="{C3CF2C55-3876-4578-B54A-AD835654E7FC}" type="parTrans" cxnId="{57B86207-4063-47BA-B6E8-ECC24B7F491F}">
      <dgm:prSet/>
      <dgm:spPr/>
      <dgm:t>
        <a:bodyPr/>
        <a:lstStyle/>
        <a:p>
          <a:endParaRPr lang="en-US"/>
        </a:p>
      </dgm:t>
    </dgm:pt>
    <dgm:pt modelId="{7D2267E4-1737-4605-ABD8-E120E4266E7B}" type="sibTrans" cxnId="{57B86207-4063-47BA-B6E8-ECC24B7F491F}">
      <dgm:prSet/>
      <dgm:spPr/>
      <dgm:t>
        <a:bodyPr/>
        <a:lstStyle/>
        <a:p>
          <a:endParaRPr lang="en-US"/>
        </a:p>
      </dgm:t>
    </dgm:pt>
    <dgm:pt modelId="{8D9F14B8-A7CC-4659-96A9-0625EE07253C}">
      <dgm:prSet/>
      <dgm:spPr/>
      <dgm:t>
        <a:bodyPr/>
        <a:lstStyle/>
        <a:p>
          <a:pPr>
            <a:defRPr b="1"/>
          </a:pPr>
          <a:r>
            <a:rPr lang="en-GB"/>
            <a:t>COVID-19 Transformation</a:t>
          </a:r>
          <a:endParaRPr lang="en-US"/>
        </a:p>
      </dgm:t>
    </dgm:pt>
    <dgm:pt modelId="{E12F4822-23A8-4D1F-AB96-6D38244C6BD5}" type="parTrans" cxnId="{330EC346-7517-44F1-9FDF-3F116735C991}">
      <dgm:prSet/>
      <dgm:spPr/>
      <dgm:t>
        <a:bodyPr/>
        <a:lstStyle/>
        <a:p>
          <a:endParaRPr lang="en-US"/>
        </a:p>
      </dgm:t>
    </dgm:pt>
    <dgm:pt modelId="{46C3A454-FDC2-4549-8EC5-FA124608D7DB}" type="sibTrans" cxnId="{330EC346-7517-44F1-9FDF-3F116735C991}">
      <dgm:prSet/>
      <dgm:spPr/>
      <dgm:t>
        <a:bodyPr/>
        <a:lstStyle/>
        <a:p>
          <a:endParaRPr lang="en-US"/>
        </a:p>
      </dgm:t>
    </dgm:pt>
    <dgm:pt modelId="{AE7FAEB4-AAB0-4EF8-A9B6-C8D7FEB1736C}">
      <dgm:prSet/>
      <dgm:spPr/>
      <dgm:t>
        <a:bodyPr/>
        <a:lstStyle/>
        <a:p>
          <a:r>
            <a:rPr lang="en-GB"/>
            <a:t>Computational Social Science (University of California, Davis)</a:t>
          </a:r>
          <a:endParaRPr lang="en-US"/>
        </a:p>
      </dgm:t>
    </dgm:pt>
    <dgm:pt modelId="{76E6AF39-F42A-4309-8640-93F714A199A7}" type="parTrans" cxnId="{4720CDED-5D75-45AD-95F4-ABFAA401925D}">
      <dgm:prSet/>
      <dgm:spPr/>
      <dgm:t>
        <a:bodyPr/>
        <a:lstStyle/>
        <a:p>
          <a:endParaRPr lang="en-US"/>
        </a:p>
      </dgm:t>
    </dgm:pt>
    <dgm:pt modelId="{A92546C5-D7BC-464F-80ED-F412B4AE82F1}" type="sibTrans" cxnId="{4720CDED-5D75-45AD-95F4-ABFAA401925D}">
      <dgm:prSet/>
      <dgm:spPr/>
      <dgm:t>
        <a:bodyPr/>
        <a:lstStyle/>
        <a:p>
          <a:endParaRPr lang="en-US"/>
        </a:p>
      </dgm:t>
    </dgm:pt>
    <dgm:pt modelId="{3A34E7B7-BA11-4D2B-BCE8-874F39E61FDD}">
      <dgm:prSet/>
      <dgm:spPr/>
      <dgm:t>
        <a:bodyPr/>
        <a:lstStyle/>
        <a:p>
          <a:r>
            <a:rPr lang="en-GB"/>
            <a:t>Python Programming (University of Michigan)</a:t>
          </a:r>
          <a:endParaRPr lang="en-US"/>
        </a:p>
      </dgm:t>
    </dgm:pt>
    <dgm:pt modelId="{4A412F93-F248-437C-BEB3-86CA36AA4AD5}" type="parTrans" cxnId="{C25B29A8-F20F-4B44-814D-29C4ABDE9CF2}">
      <dgm:prSet/>
      <dgm:spPr/>
      <dgm:t>
        <a:bodyPr/>
        <a:lstStyle/>
        <a:p>
          <a:endParaRPr lang="en-US"/>
        </a:p>
      </dgm:t>
    </dgm:pt>
    <dgm:pt modelId="{6F8C7A89-9F75-466E-812D-31F5099CAF4A}" type="sibTrans" cxnId="{C25B29A8-F20F-4B44-814D-29C4ABDE9CF2}">
      <dgm:prSet/>
      <dgm:spPr/>
      <dgm:t>
        <a:bodyPr/>
        <a:lstStyle/>
        <a:p>
          <a:endParaRPr lang="en-US"/>
        </a:p>
      </dgm:t>
    </dgm:pt>
    <dgm:pt modelId="{B7657D12-A02C-4AE2-B11A-38891D361F1B}">
      <dgm:prSet/>
      <dgm:spPr/>
      <dgm:t>
        <a:bodyPr/>
        <a:lstStyle/>
        <a:p>
          <a:pPr>
            <a:defRPr b="1"/>
          </a:pPr>
          <a:r>
            <a:rPr lang="en-GB"/>
            <a:t>Academic Librarian @ Federal Polytechnic Ayede</a:t>
          </a:r>
          <a:endParaRPr lang="en-US"/>
        </a:p>
      </dgm:t>
    </dgm:pt>
    <dgm:pt modelId="{D9747E37-B43A-4134-A207-D3CCD16EA235}" type="parTrans" cxnId="{0546C77E-E944-4674-A18F-49AAE2ADEC5E}">
      <dgm:prSet/>
      <dgm:spPr/>
      <dgm:t>
        <a:bodyPr/>
        <a:lstStyle/>
        <a:p>
          <a:endParaRPr lang="en-US"/>
        </a:p>
      </dgm:t>
    </dgm:pt>
    <dgm:pt modelId="{8714C564-9212-4B9E-9F4C-41025D3080BA}" type="sibTrans" cxnId="{0546C77E-E944-4674-A18F-49AAE2ADEC5E}">
      <dgm:prSet/>
      <dgm:spPr/>
      <dgm:t>
        <a:bodyPr/>
        <a:lstStyle/>
        <a:p>
          <a:endParaRPr lang="en-US"/>
        </a:p>
      </dgm:t>
    </dgm:pt>
    <dgm:pt modelId="{4D62B2B3-B7ED-425A-A8F4-6CEBC0C0DD71}">
      <dgm:prSet/>
      <dgm:spPr/>
      <dgm:t>
        <a:bodyPr/>
        <a:lstStyle/>
        <a:p>
          <a:pPr>
            <a:defRPr b="1"/>
          </a:pPr>
          <a:r>
            <a:rPr lang="en-GB"/>
            <a:t>Back to School (M.Sc. Applied Data Science) 2026</a:t>
          </a:r>
          <a:endParaRPr lang="en-US"/>
        </a:p>
      </dgm:t>
    </dgm:pt>
    <dgm:pt modelId="{625BD56B-A9E8-42DA-BDC5-3D9799937365}" type="parTrans" cxnId="{3E8050E9-63CB-4863-8FB0-9E7CF00B2BE3}">
      <dgm:prSet/>
      <dgm:spPr/>
      <dgm:t>
        <a:bodyPr/>
        <a:lstStyle/>
        <a:p>
          <a:endParaRPr lang="en-US"/>
        </a:p>
      </dgm:t>
    </dgm:pt>
    <dgm:pt modelId="{D169ECE6-15B6-447D-8193-2B1D80E81E98}" type="sibTrans" cxnId="{3E8050E9-63CB-4863-8FB0-9E7CF00B2BE3}">
      <dgm:prSet/>
      <dgm:spPr/>
      <dgm:t>
        <a:bodyPr/>
        <a:lstStyle/>
        <a:p>
          <a:endParaRPr lang="en-US"/>
        </a:p>
      </dgm:t>
    </dgm:pt>
    <dgm:pt modelId="{8DEA8DEB-0AE2-420F-B580-4764204134B1}">
      <dgm:prSet/>
      <dgm:spPr/>
      <dgm:t>
        <a:bodyPr/>
        <a:lstStyle/>
        <a:p>
          <a:pPr>
            <a:defRPr b="1"/>
          </a:pPr>
          <a:r>
            <a:rPr lang="en-GB"/>
            <a:t>Awards and Recognitions:</a:t>
          </a:r>
          <a:endParaRPr lang="en-US"/>
        </a:p>
      </dgm:t>
    </dgm:pt>
    <dgm:pt modelId="{686A2345-1314-4846-933E-C0ABF063593F}" type="parTrans" cxnId="{E7514712-D7FE-4BAD-BD34-058E5CFB15B9}">
      <dgm:prSet/>
      <dgm:spPr/>
      <dgm:t>
        <a:bodyPr/>
        <a:lstStyle/>
        <a:p>
          <a:endParaRPr lang="en-US"/>
        </a:p>
      </dgm:t>
    </dgm:pt>
    <dgm:pt modelId="{D80F241D-1368-4163-BB21-2555B5C3F1BD}" type="sibTrans" cxnId="{E7514712-D7FE-4BAD-BD34-058E5CFB15B9}">
      <dgm:prSet/>
      <dgm:spPr/>
      <dgm:t>
        <a:bodyPr/>
        <a:lstStyle/>
        <a:p>
          <a:endParaRPr lang="en-US"/>
        </a:p>
      </dgm:t>
    </dgm:pt>
    <dgm:pt modelId="{F2A22654-889D-4FC5-AC9A-B9BC6E4CD256}">
      <dgm:prSet/>
      <dgm:spPr/>
      <dgm:t>
        <a:bodyPr/>
        <a:lstStyle/>
        <a:p>
          <a:r>
            <a:rPr lang="en-GB"/>
            <a:t>2024 Fellow, Society for Scholarly Publishing</a:t>
          </a:r>
          <a:endParaRPr lang="en-US"/>
        </a:p>
      </dgm:t>
    </dgm:pt>
    <dgm:pt modelId="{C7D543F2-0FD1-47AC-8086-67BCE5B7D3A7}" type="parTrans" cxnId="{30439240-F8C4-4A05-9CA9-33AEBF14A007}">
      <dgm:prSet/>
      <dgm:spPr/>
      <dgm:t>
        <a:bodyPr/>
        <a:lstStyle/>
        <a:p>
          <a:endParaRPr lang="en-US"/>
        </a:p>
      </dgm:t>
    </dgm:pt>
    <dgm:pt modelId="{584E0725-A0EA-4460-AE4C-A4DA31A09B12}" type="sibTrans" cxnId="{30439240-F8C4-4A05-9CA9-33AEBF14A007}">
      <dgm:prSet/>
      <dgm:spPr/>
      <dgm:t>
        <a:bodyPr/>
        <a:lstStyle/>
        <a:p>
          <a:endParaRPr lang="en-US"/>
        </a:p>
      </dgm:t>
    </dgm:pt>
    <dgm:pt modelId="{544529D8-8975-49D3-9CE3-4C32FABA1728}">
      <dgm:prSet/>
      <dgm:spPr/>
      <dgm:t>
        <a:bodyPr/>
        <a:lstStyle/>
        <a:p>
          <a:r>
            <a:rPr lang="en-GB"/>
            <a:t>2025 Fellow, NISO Global Online</a:t>
          </a:r>
          <a:endParaRPr lang="en-US"/>
        </a:p>
      </dgm:t>
    </dgm:pt>
    <dgm:pt modelId="{BEB3C1EC-BAD3-4471-8EF1-17C7161B7D9F}" type="parTrans" cxnId="{99F36CFD-00C9-4BAA-8FEC-FB09CF6CE347}">
      <dgm:prSet/>
      <dgm:spPr/>
      <dgm:t>
        <a:bodyPr/>
        <a:lstStyle/>
        <a:p>
          <a:endParaRPr lang="en-US"/>
        </a:p>
      </dgm:t>
    </dgm:pt>
    <dgm:pt modelId="{962594D1-154F-4D12-8498-343EBB5A8276}" type="sibTrans" cxnId="{99F36CFD-00C9-4BAA-8FEC-FB09CF6CE347}">
      <dgm:prSet/>
      <dgm:spPr/>
      <dgm:t>
        <a:bodyPr/>
        <a:lstStyle/>
        <a:p>
          <a:endParaRPr lang="en-US"/>
        </a:p>
      </dgm:t>
    </dgm:pt>
    <dgm:pt modelId="{6B0A6593-4AA8-4349-942C-3AE1F37C9B42}">
      <dgm:prSet/>
      <dgm:spPr/>
      <dgm:t>
        <a:bodyPr/>
        <a:lstStyle/>
        <a:p>
          <a:r>
            <a:rPr lang="en-GB"/>
            <a:t>Tony Ruff Power BI Award</a:t>
          </a:r>
          <a:endParaRPr lang="en-US"/>
        </a:p>
      </dgm:t>
    </dgm:pt>
    <dgm:pt modelId="{B30E5107-C093-4659-9C79-0948068F4687}" type="parTrans" cxnId="{DE5561D8-E620-4F83-8CA3-90FD728EAEAD}">
      <dgm:prSet/>
      <dgm:spPr/>
      <dgm:t>
        <a:bodyPr/>
        <a:lstStyle/>
        <a:p>
          <a:endParaRPr lang="en-US"/>
        </a:p>
      </dgm:t>
    </dgm:pt>
    <dgm:pt modelId="{A22C05F3-95FA-41E8-A001-334AB80ED1CD}" type="sibTrans" cxnId="{DE5561D8-E620-4F83-8CA3-90FD728EAEAD}">
      <dgm:prSet/>
      <dgm:spPr/>
      <dgm:t>
        <a:bodyPr/>
        <a:lstStyle/>
        <a:p>
          <a:endParaRPr lang="en-US"/>
        </a:p>
      </dgm:t>
    </dgm:pt>
    <dgm:pt modelId="{640C01A1-88F9-49A5-92F3-CEF2B2319BB6}">
      <dgm:prSet/>
      <dgm:spPr/>
      <dgm:t>
        <a:bodyPr/>
        <a:lstStyle/>
        <a:p>
          <a:r>
            <a:rPr lang="en-GB"/>
            <a:t>2026 Accenture ExpoTees/Talent Best Data Science Presenter</a:t>
          </a:r>
          <a:endParaRPr lang="en-US"/>
        </a:p>
      </dgm:t>
    </dgm:pt>
    <dgm:pt modelId="{E0E7CC42-D54D-4461-85EC-391B9F15430E}" type="parTrans" cxnId="{07360067-AB31-4106-9A59-522452F73556}">
      <dgm:prSet/>
      <dgm:spPr/>
      <dgm:t>
        <a:bodyPr/>
        <a:lstStyle/>
        <a:p>
          <a:endParaRPr lang="en-US"/>
        </a:p>
      </dgm:t>
    </dgm:pt>
    <dgm:pt modelId="{81EDBEF0-512D-4B9C-A016-5DD7C53F9B27}" type="sibTrans" cxnId="{07360067-AB31-4106-9A59-522452F73556}">
      <dgm:prSet/>
      <dgm:spPr/>
      <dgm:t>
        <a:bodyPr/>
        <a:lstStyle/>
        <a:p>
          <a:endParaRPr lang="en-US"/>
        </a:p>
      </dgm:t>
    </dgm:pt>
    <dgm:pt modelId="{6A26D52A-27D6-4285-8996-84D6FB0C5853}" type="pres">
      <dgm:prSet presAssocID="{2FC67208-AD08-492C-882E-EF6351A73C27}" presName="root" presStyleCnt="0">
        <dgm:presLayoutVars>
          <dgm:dir/>
          <dgm:resizeHandles val="exact"/>
        </dgm:presLayoutVars>
      </dgm:prSet>
      <dgm:spPr/>
    </dgm:pt>
    <dgm:pt modelId="{D83E18EB-793E-4436-AC62-8BD60610B6EC}" type="pres">
      <dgm:prSet presAssocID="{FF395B67-4D7C-4A46-AC55-EFCC8B98265F}" presName="compNode" presStyleCnt="0"/>
      <dgm:spPr/>
    </dgm:pt>
    <dgm:pt modelId="{0ED67E7C-1562-4C3F-9BC5-F590BD9B932C}" type="pres">
      <dgm:prSet presAssocID="{FF395B67-4D7C-4A46-AC55-EFCC8B98265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53A0AA5A-5676-483A-BD3E-652387A92118}" type="pres">
      <dgm:prSet presAssocID="{FF395B67-4D7C-4A46-AC55-EFCC8B98265F}" presName="iconSpace" presStyleCnt="0"/>
      <dgm:spPr/>
    </dgm:pt>
    <dgm:pt modelId="{6C3BDD52-A134-4A25-9576-9517B6165ED4}" type="pres">
      <dgm:prSet presAssocID="{FF395B67-4D7C-4A46-AC55-EFCC8B98265F}" presName="parTx" presStyleLbl="revTx" presStyleIdx="0" presStyleCnt="10">
        <dgm:presLayoutVars>
          <dgm:chMax val="0"/>
          <dgm:chPref val="0"/>
        </dgm:presLayoutVars>
      </dgm:prSet>
      <dgm:spPr/>
    </dgm:pt>
    <dgm:pt modelId="{3D36961F-88BA-4075-B174-5CD5965ADEB3}" type="pres">
      <dgm:prSet presAssocID="{FF395B67-4D7C-4A46-AC55-EFCC8B98265F}" presName="txSpace" presStyleCnt="0"/>
      <dgm:spPr/>
    </dgm:pt>
    <dgm:pt modelId="{E40AE131-4283-4AEC-8035-B3466AC5C456}" type="pres">
      <dgm:prSet presAssocID="{FF395B67-4D7C-4A46-AC55-EFCC8B98265F}" presName="desTx" presStyleLbl="revTx" presStyleIdx="1" presStyleCnt="10">
        <dgm:presLayoutVars/>
      </dgm:prSet>
      <dgm:spPr/>
    </dgm:pt>
    <dgm:pt modelId="{57209525-CB70-4BDD-8EB8-28674F626D20}" type="pres">
      <dgm:prSet presAssocID="{7D2267E4-1737-4605-ABD8-E120E4266E7B}" presName="sibTrans" presStyleCnt="0"/>
      <dgm:spPr/>
    </dgm:pt>
    <dgm:pt modelId="{6CFE973D-9AC2-460F-BFA8-15E672E71C0D}" type="pres">
      <dgm:prSet presAssocID="{8D9F14B8-A7CC-4659-96A9-0625EE07253C}" presName="compNode" presStyleCnt="0"/>
      <dgm:spPr/>
    </dgm:pt>
    <dgm:pt modelId="{E7ECCC92-147D-40D3-84B3-B69B13E5D821}" type="pres">
      <dgm:prSet presAssocID="{8D9F14B8-A7CC-4659-96A9-0625EE07253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4532F09-67E9-4BF2-B949-CE81A75992E9}" type="pres">
      <dgm:prSet presAssocID="{8D9F14B8-A7CC-4659-96A9-0625EE07253C}" presName="iconSpace" presStyleCnt="0"/>
      <dgm:spPr/>
    </dgm:pt>
    <dgm:pt modelId="{C20FB53E-AB83-4D37-9B18-162B64BC5369}" type="pres">
      <dgm:prSet presAssocID="{8D9F14B8-A7CC-4659-96A9-0625EE07253C}" presName="parTx" presStyleLbl="revTx" presStyleIdx="2" presStyleCnt="10">
        <dgm:presLayoutVars>
          <dgm:chMax val="0"/>
          <dgm:chPref val="0"/>
        </dgm:presLayoutVars>
      </dgm:prSet>
      <dgm:spPr/>
    </dgm:pt>
    <dgm:pt modelId="{D92FEFA7-AD44-43B4-BBEC-2CD1A9A53464}" type="pres">
      <dgm:prSet presAssocID="{8D9F14B8-A7CC-4659-96A9-0625EE07253C}" presName="txSpace" presStyleCnt="0"/>
      <dgm:spPr/>
    </dgm:pt>
    <dgm:pt modelId="{B109DB6D-0530-4E2B-92AC-B417C5B88839}" type="pres">
      <dgm:prSet presAssocID="{8D9F14B8-A7CC-4659-96A9-0625EE07253C}" presName="desTx" presStyleLbl="revTx" presStyleIdx="3" presStyleCnt="10">
        <dgm:presLayoutVars/>
      </dgm:prSet>
      <dgm:spPr/>
    </dgm:pt>
    <dgm:pt modelId="{D2642DE8-A173-40C1-B3A5-93977F93B4CF}" type="pres">
      <dgm:prSet presAssocID="{46C3A454-FDC2-4549-8EC5-FA124608D7DB}" presName="sibTrans" presStyleCnt="0"/>
      <dgm:spPr/>
    </dgm:pt>
    <dgm:pt modelId="{DBE8ADE4-CA61-4473-AD40-7F7CF751FD88}" type="pres">
      <dgm:prSet presAssocID="{B7657D12-A02C-4AE2-B11A-38891D361F1B}" presName="compNode" presStyleCnt="0"/>
      <dgm:spPr/>
    </dgm:pt>
    <dgm:pt modelId="{67B72309-8D28-4DC0-8361-DF72A0EE5252}" type="pres">
      <dgm:prSet presAssocID="{B7657D12-A02C-4AE2-B11A-38891D361F1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5264AE9-75A4-4A84-A76A-C820F623010D}" type="pres">
      <dgm:prSet presAssocID="{B7657D12-A02C-4AE2-B11A-38891D361F1B}" presName="iconSpace" presStyleCnt="0"/>
      <dgm:spPr/>
    </dgm:pt>
    <dgm:pt modelId="{4849F727-AC6C-4C7C-9B4C-A3988229B2EB}" type="pres">
      <dgm:prSet presAssocID="{B7657D12-A02C-4AE2-B11A-38891D361F1B}" presName="parTx" presStyleLbl="revTx" presStyleIdx="4" presStyleCnt="10">
        <dgm:presLayoutVars>
          <dgm:chMax val="0"/>
          <dgm:chPref val="0"/>
        </dgm:presLayoutVars>
      </dgm:prSet>
      <dgm:spPr/>
    </dgm:pt>
    <dgm:pt modelId="{5DBFCAA2-1C7A-42E6-AFF7-95A20E5382BD}" type="pres">
      <dgm:prSet presAssocID="{B7657D12-A02C-4AE2-B11A-38891D361F1B}" presName="txSpace" presStyleCnt="0"/>
      <dgm:spPr/>
    </dgm:pt>
    <dgm:pt modelId="{703BC0E2-6BCC-48D2-9143-982DDFC9F2A2}" type="pres">
      <dgm:prSet presAssocID="{B7657D12-A02C-4AE2-B11A-38891D361F1B}" presName="desTx" presStyleLbl="revTx" presStyleIdx="5" presStyleCnt="10">
        <dgm:presLayoutVars/>
      </dgm:prSet>
      <dgm:spPr/>
    </dgm:pt>
    <dgm:pt modelId="{3C5051D6-4273-4E4E-9A9C-2A31E9E82845}" type="pres">
      <dgm:prSet presAssocID="{8714C564-9212-4B9E-9F4C-41025D3080BA}" presName="sibTrans" presStyleCnt="0"/>
      <dgm:spPr/>
    </dgm:pt>
    <dgm:pt modelId="{DC16A2FB-2A2C-4E04-9ED0-D6B022165508}" type="pres">
      <dgm:prSet presAssocID="{4D62B2B3-B7ED-425A-A8F4-6CEBC0C0DD71}" presName="compNode" presStyleCnt="0"/>
      <dgm:spPr/>
    </dgm:pt>
    <dgm:pt modelId="{ACBAB9FC-C855-49BF-9D80-CB60D0A654F4}" type="pres">
      <dgm:prSet presAssocID="{4D62B2B3-B7ED-425A-A8F4-6CEBC0C0DD7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D671D5C5-F844-4292-AB44-14D250B930D8}" type="pres">
      <dgm:prSet presAssocID="{4D62B2B3-B7ED-425A-A8F4-6CEBC0C0DD71}" presName="iconSpace" presStyleCnt="0"/>
      <dgm:spPr/>
    </dgm:pt>
    <dgm:pt modelId="{1B362021-E72F-4FC9-9358-E87451A47CF1}" type="pres">
      <dgm:prSet presAssocID="{4D62B2B3-B7ED-425A-A8F4-6CEBC0C0DD71}" presName="parTx" presStyleLbl="revTx" presStyleIdx="6" presStyleCnt="10">
        <dgm:presLayoutVars>
          <dgm:chMax val="0"/>
          <dgm:chPref val="0"/>
        </dgm:presLayoutVars>
      </dgm:prSet>
      <dgm:spPr/>
    </dgm:pt>
    <dgm:pt modelId="{27C94CF0-01A2-48C5-BBDF-61A7CB831D48}" type="pres">
      <dgm:prSet presAssocID="{4D62B2B3-B7ED-425A-A8F4-6CEBC0C0DD71}" presName="txSpace" presStyleCnt="0"/>
      <dgm:spPr/>
    </dgm:pt>
    <dgm:pt modelId="{DBF60AC8-294A-4EC7-BB9F-74BFAFC3C2B9}" type="pres">
      <dgm:prSet presAssocID="{4D62B2B3-B7ED-425A-A8F4-6CEBC0C0DD71}" presName="desTx" presStyleLbl="revTx" presStyleIdx="7" presStyleCnt="10">
        <dgm:presLayoutVars/>
      </dgm:prSet>
      <dgm:spPr/>
    </dgm:pt>
    <dgm:pt modelId="{F05EB016-875F-439B-864D-3F36CBDFC6CA}" type="pres">
      <dgm:prSet presAssocID="{D169ECE6-15B6-447D-8193-2B1D80E81E98}" presName="sibTrans" presStyleCnt="0"/>
      <dgm:spPr/>
    </dgm:pt>
    <dgm:pt modelId="{AEC46C10-AD4A-470C-93EF-E70A9D534684}" type="pres">
      <dgm:prSet presAssocID="{8DEA8DEB-0AE2-420F-B580-4764204134B1}" presName="compNode" presStyleCnt="0"/>
      <dgm:spPr/>
    </dgm:pt>
    <dgm:pt modelId="{274CF5AC-F6FA-4BA8-A68A-0A12609CB84A}" type="pres">
      <dgm:prSet presAssocID="{8DEA8DEB-0AE2-420F-B580-4764204134B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EC9537F8-1FE0-4175-BC29-14B6B699FEEF}" type="pres">
      <dgm:prSet presAssocID="{8DEA8DEB-0AE2-420F-B580-4764204134B1}" presName="iconSpace" presStyleCnt="0"/>
      <dgm:spPr/>
    </dgm:pt>
    <dgm:pt modelId="{01C1F239-7350-45F6-B1B2-873F35289CB2}" type="pres">
      <dgm:prSet presAssocID="{8DEA8DEB-0AE2-420F-B580-4764204134B1}" presName="parTx" presStyleLbl="revTx" presStyleIdx="8" presStyleCnt="10">
        <dgm:presLayoutVars>
          <dgm:chMax val="0"/>
          <dgm:chPref val="0"/>
        </dgm:presLayoutVars>
      </dgm:prSet>
      <dgm:spPr/>
    </dgm:pt>
    <dgm:pt modelId="{B0EDB5A7-90BC-4275-8048-4BE5C67EB250}" type="pres">
      <dgm:prSet presAssocID="{8DEA8DEB-0AE2-420F-B580-4764204134B1}" presName="txSpace" presStyleCnt="0"/>
      <dgm:spPr/>
    </dgm:pt>
    <dgm:pt modelId="{779605BE-BA8D-460C-A6A6-006D3DBA86E3}" type="pres">
      <dgm:prSet presAssocID="{8DEA8DEB-0AE2-420F-B580-4764204134B1}" presName="desTx" presStyleLbl="revTx" presStyleIdx="9" presStyleCnt="10">
        <dgm:presLayoutVars/>
      </dgm:prSet>
      <dgm:spPr/>
    </dgm:pt>
  </dgm:ptLst>
  <dgm:cxnLst>
    <dgm:cxn modelId="{57B86207-4063-47BA-B6E8-ECC24B7F491F}" srcId="{2FC67208-AD08-492C-882E-EF6351A73C27}" destId="{FF395B67-4D7C-4A46-AC55-EFCC8B98265F}" srcOrd="0" destOrd="0" parTransId="{C3CF2C55-3876-4578-B54A-AD835654E7FC}" sibTransId="{7D2267E4-1737-4605-ABD8-E120E4266E7B}"/>
    <dgm:cxn modelId="{E7514712-D7FE-4BAD-BD34-058E5CFB15B9}" srcId="{2FC67208-AD08-492C-882E-EF6351A73C27}" destId="{8DEA8DEB-0AE2-420F-B580-4764204134B1}" srcOrd="4" destOrd="0" parTransId="{686A2345-1314-4846-933E-C0ABF063593F}" sibTransId="{D80F241D-1368-4163-BB21-2555B5C3F1BD}"/>
    <dgm:cxn modelId="{238D4B2F-AAE2-40BC-9C1D-D86A6E6258B7}" type="presOf" srcId="{640C01A1-88F9-49A5-92F3-CEF2B2319BB6}" destId="{779605BE-BA8D-460C-A6A6-006D3DBA86E3}" srcOrd="0" destOrd="3" presId="urn:microsoft.com/office/officeart/2018/5/layout/CenteredIconLabelDescriptionList"/>
    <dgm:cxn modelId="{30439240-F8C4-4A05-9CA9-33AEBF14A007}" srcId="{8DEA8DEB-0AE2-420F-B580-4764204134B1}" destId="{F2A22654-889D-4FC5-AC9A-B9BC6E4CD256}" srcOrd="0" destOrd="0" parTransId="{C7D543F2-0FD1-47AC-8086-67BCE5B7D3A7}" sibTransId="{584E0725-A0EA-4460-AE4C-A4DA31A09B12}"/>
    <dgm:cxn modelId="{330EC346-7517-44F1-9FDF-3F116735C991}" srcId="{2FC67208-AD08-492C-882E-EF6351A73C27}" destId="{8D9F14B8-A7CC-4659-96A9-0625EE07253C}" srcOrd="1" destOrd="0" parTransId="{E12F4822-23A8-4D1F-AB96-6D38244C6BD5}" sibTransId="{46C3A454-FDC2-4549-8EC5-FA124608D7DB}"/>
    <dgm:cxn modelId="{07360067-AB31-4106-9A59-522452F73556}" srcId="{8DEA8DEB-0AE2-420F-B580-4764204134B1}" destId="{640C01A1-88F9-49A5-92F3-CEF2B2319BB6}" srcOrd="3" destOrd="0" parTransId="{E0E7CC42-D54D-4461-85EC-391B9F15430E}" sibTransId="{81EDBEF0-512D-4B9C-A016-5DD7C53F9B27}"/>
    <dgm:cxn modelId="{4DA13F4A-A004-4C6B-98F8-6095031F9178}" type="presOf" srcId="{3A34E7B7-BA11-4D2B-BCE8-874F39E61FDD}" destId="{B109DB6D-0530-4E2B-92AC-B417C5B88839}" srcOrd="0" destOrd="1" presId="urn:microsoft.com/office/officeart/2018/5/layout/CenteredIconLabelDescriptionList"/>
    <dgm:cxn modelId="{021D7E53-BD45-4728-A581-AE540162B335}" type="presOf" srcId="{8DEA8DEB-0AE2-420F-B580-4764204134B1}" destId="{01C1F239-7350-45F6-B1B2-873F35289CB2}" srcOrd="0" destOrd="0" presId="urn:microsoft.com/office/officeart/2018/5/layout/CenteredIconLabelDescriptionList"/>
    <dgm:cxn modelId="{B9F7FE76-FC67-48AF-852B-15518BC96FCA}" type="presOf" srcId="{6B0A6593-4AA8-4349-942C-3AE1F37C9B42}" destId="{779605BE-BA8D-460C-A6A6-006D3DBA86E3}" srcOrd="0" destOrd="2" presId="urn:microsoft.com/office/officeart/2018/5/layout/CenteredIconLabelDescriptionList"/>
    <dgm:cxn modelId="{0546C77E-E944-4674-A18F-49AAE2ADEC5E}" srcId="{2FC67208-AD08-492C-882E-EF6351A73C27}" destId="{B7657D12-A02C-4AE2-B11A-38891D361F1B}" srcOrd="2" destOrd="0" parTransId="{D9747E37-B43A-4134-A207-D3CCD16EA235}" sibTransId="{8714C564-9212-4B9E-9F4C-41025D3080BA}"/>
    <dgm:cxn modelId="{652DED80-BF12-408A-9FC3-1405CE0EB0F3}" type="presOf" srcId="{544529D8-8975-49D3-9CE3-4C32FABA1728}" destId="{779605BE-BA8D-460C-A6A6-006D3DBA86E3}" srcOrd="0" destOrd="1" presId="urn:microsoft.com/office/officeart/2018/5/layout/CenteredIconLabelDescriptionList"/>
    <dgm:cxn modelId="{C269E399-D42E-4589-85B6-9C40C1046C7B}" type="presOf" srcId="{AE7FAEB4-AAB0-4EF8-A9B6-C8D7FEB1736C}" destId="{B109DB6D-0530-4E2B-92AC-B417C5B88839}" srcOrd="0" destOrd="0" presId="urn:microsoft.com/office/officeart/2018/5/layout/CenteredIconLabelDescriptionList"/>
    <dgm:cxn modelId="{C25B29A8-F20F-4B44-814D-29C4ABDE9CF2}" srcId="{8D9F14B8-A7CC-4659-96A9-0625EE07253C}" destId="{3A34E7B7-BA11-4D2B-BCE8-874F39E61FDD}" srcOrd="1" destOrd="0" parTransId="{4A412F93-F248-437C-BEB3-86CA36AA4AD5}" sibTransId="{6F8C7A89-9F75-466E-812D-31F5099CAF4A}"/>
    <dgm:cxn modelId="{FBBBA7AA-A06A-4207-AB92-8A7ACA6F1293}" type="presOf" srcId="{4D62B2B3-B7ED-425A-A8F4-6CEBC0C0DD71}" destId="{1B362021-E72F-4FC9-9358-E87451A47CF1}" srcOrd="0" destOrd="0" presId="urn:microsoft.com/office/officeart/2018/5/layout/CenteredIconLabelDescriptionList"/>
    <dgm:cxn modelId="{487C35B5-0191-4EAE-9D2C-BE009D1D4383}" type="presOf" srcId="{F2A22654-889D-4FC5-AC9A-B9BC6E4CD256}" destId="{779605BE-BA8D-460C-A6A6-006D3DBA86E3}" srcOrd="0" destOrd="0" presId="urn:microsoft.com/office/officeart/2018/5/layout/CenteredIconLabelDescriptionList"/>
    <dgm:cxn modelId="{4B1281B6-3B0A-44C0-B536-C61B5DA25AD7}" type="presOf" srcId="{2FC67208-AD08-492C-882E-EF6351A73C27}" destId="{6A26D52A-27D6-4285-8996-84D6FB0C5853}" srcOrd="0" destOrd="0" presId="urn:microsoft.com/office/officeart/2018/5/layout/CenteredIconLabelDescriptionList"/>
    <dgm:cxn modelId="{EE3EFDC0-575A-4649-A512-7199AE1CBE0D}" type="presOf" srcId="{B7657D12-A02C-4AE2-B11A-38891D361F1B}" destId="{4849F727-AC6C-4C7C-9B4C-A3988229B2EB}" srcOrd="0" destOrd="0" presId="urn:microsoft.com/office/officeart/2018/5/layout/CenteredIconLabelDescriptionList"/>
    <dgm:cxn modelId="{DE5561D8-E620-4F83-8CA3-90FD728EAEAD}" srcId="{8DEA8DEB-0AE2-420F-B580-4764204134B1}" destId="{6B0A6593-4AA8-4349-942C-3AE1F37C9B42}" srcOrd="2" destOrd="0" parTransId="{B30E5107-C093-4659-9C79-0948068F4687}" sibTransId="{A22C05F3-95FA-41E8-A001-334AB80ED1CD}"/>
    <dgm:cxn modelId="{3E8050E9-63CB-4863-8FB0-9E7CF00B2BE3}" srcId="{2FC67208-AD08-492C-882E-EF6351A73C27}" destId="{4D62B2B3-B7ED-425A-A8F4-6CEBC0C0DD71}" srcOrd="3" destOrd="0" parTransId="{625BD56B-A9E8-42DA-BDC5-3D9799937365}" sibTransId="{D169ECE6-15B6-447D-8193-2B1D80E81E98}"/>
    <dgm:cxn modelId="{4720CDED-5D75-45AD-95F4-ABFAA401925D}" srcId="{8D9F14B8-A7CC-4659-96A9-0625EE07253C}" destId="{AE7FAEB4-AAB0-4EF8-A9B6-C8D7FEB1736C}" srcOrd="0" destOrd="0" parTransId="{76E6AF39-F42A-4309-8640-93F714A199A7}" sibTransId="{A92546C5-D7BC-464F-80ED-F412B4AE82F1}"/>
    <dgm:cxn modelId="{D07EBEF5-6AD4-4BB4-8911-5F28BA549F82}" type="presOf" srcId="{FF395B67-4D7C-4A46-AC55-EFCC8B98265F}" destId="{6C3BDD52-A134-4A25-9576-9517B6165ED4}" srcOrd="0" destOrd="0" presId="urn:microsoft.com/office/officeart/2018/5/layout/CenteredIconLabelDescriptionList"/>
    <dgm:cxn modelId="{92628FFA-84BE-4400-8F23-833E9A679C62}" type="presOf" srcId="{8D9F14B8-A7CC-4659-96A9-0625EE07253C}" destId="{C20FB53E-AB83-4D37-9B18-162B64BC5369}" srcOrd="0" destOrd="0" presId="urn:microsoft.com/office/officeart/2018/5/layout/CenteredIconLabelDescriptionList"/>
    <dgm:cxn modelId="{99F36CFD-00C9-4BAA-8FEC-FB09CF6CE347}" srcId="{8DEA8DEB-0AE2-420F-B580-4764204134B1}" destId="{544529D8-8975-49D3-9CE3-4C32FABA1728}" srcOrd="1" destOrd="0" parTransId="{BEB3C1EC-BAD3-4471-8EF1-17C7161B7D9F}" sibTransId="{962594D1-154F-4D12-8498-343EBB5A8276}"/>
    <dgm:cxn modelId="{47D95AF4-95E4-4113-9364-3E45794E8D4C}" type="presParOf" srcId="{6A26D52A-27D6-4285-8996-84D6FB0C5853}" destId="{D83E18EB-793E-4436-AC62-8BD60610B6EC}" srcOrd="0" destOrd="0" presId="urn:microsoft.com/office/officeart/2018/5/layout/CenteredIconLabelDescriptionList"/>
    <dgm:cxn modelId="{2E3022BA-D8CF-4729-BDFF-7AE635E45DAA}" type="presParOf" srcId="{D83E18EB-793E-4436-AC62-8BD60610B6EC}" destId="{0ED67E7C-1562-4C3F-9BC5-F590BD9B932C}" srcOrd="0" destOrd="0" presId="urn:microsoft.com/office/officeart/2018/5/layout/CenteredIconLabelDescriptionList"/>
    <dgm:cxn modelId="{466387FB-5A46-41DB-803A-D7E84D542DC8}" type="presParOf" srcId="{D83E18EB-793E-4436-AC62-8BD60610B6EC}" destId="{53A0AA5A-5676-483A-BD3E-652387A92118}" srcOrd="1" destOrd="0" presId="urn:microsoft.com/office/officeart/2018/5/layout/CenteredIconLabelDescriptionList"/>
    <dgm:cxn modelId="{1C6BE65A-4153-47DC-83FD-B851497568EE}" type="presParOf" srcId="{D83E18EB-793E-4436-AC62-8BD60610B6EC}" destId="{6C3BDD52-A134-4A25-9576-9517B6165ED4}" srcOrd="2" destOrd="0" presId="urn:microsoft.com/office/officeart/2018/5/layout/CenteredIconLabelDescriptionList"/>
    <dgm:cxn modelId="{166F7C41-1522-4E5B-9D0D-B356BA789AF9}" type="presParOf" srcId="{D83E18EB-793E-4436-AC62-8BD60610B6EC}" destId="{3D36961F-88BA-4075-B174-5CD5965ADEB3}" srcOrd="3" destOrd="0" presId="urn:microsoft.com/office/officeart/2018/5/layout/CenteredIconLabelDescriptionList"/>
    <dgm:cxn modelId="{2CE4F802-132E-4807-B593-413BBE06E501}" type="presParOf" srcId="{D83E18EB-793E-4436-AC62-8BD60610B6EC}" destId="{E40AE131-4283-4AEC-8035-B3466AC5C456}" srcOrd="4" destOrd="0" presId="urn:microsoft.com/office/officeart/2018/5/layout/CenteredIconLabelDescriptionList"/>
    <dgm:cxn modelId="{16301FD7-B025-42DB-B2D2-F0B55DA0542A}" type="presParOf" srcId="{6A26D52A-27D6-4285-8996-84D6FB0C5853}" destId="{57209525-CB70-4BDD-8EB8-28674F626D20}" srcOrd="1" destOrd="0" presId="urn:microsoft.com/office/officeart/2018/5/layout/CenteredIconLabelDescriptionList"/>
    <dgm:cxn modelId="{FC71B594-7623-4E73-B93F-69EF63495DF2}" type="presParOf" srcId="{6A26D52A-27D6-4285-8996-84D6FB0C5853}" destId="{6CFE973D-9AC2-460F-BFA8-15E672E71C0D}" srcOrd="2" destOrd="0" presId="urn:microsoft.com/office/officeart/2018/5/layout/CenteredIconLabelDescriptionList"/>
    <dgm:cxn modelId="{445FBB7F-7004-4C6D-8EBC-613DF77A5415}" type="presParOf" srcId="{6CFE973D-9AC2-460F-BFA8-15E672E71C0D}" destId="{E7ECCC92-147D-40D3-84B3-B69B13E5D821}" srcOrd="0" destOrd="0" presId="urn:microsoft.com/office/officeart/2018/5/layout/CenteredIconLabelDescriptionList"/>
    <dgm:cxn modelId="{D1E51E46-51AC-4CDE-B84A-98FA3737EEEA}" type="presParOf" srcId="{6CFE973D-9AC2-460F-BFA8-15E672E71C0D}" destId="{64532F09-67E9-4BF2-B949-CE81A75992E9}" srcOrd="1" destOrd="0" presId="urn:microsoft.com/office/officeart/2018/5/layout/CenteredIconLabelDescriptionList"/>
    <dgm:cxn modelId="{AB51E7B1-B79D-47F6-9BBA-D41D5F487D0A}" type="presParOf" srcId="{6CFE973D-9AC2-460F-BFA8-15E672E71C0D}" destId="{C20FB53E-AB83-4D37-9B18-162B64BC5369}" srcOrd="2" destOrd="0" presId="urn:microsoft.com/office/officeart/2018/5/layout/CenteredIconLabelDescriptionList"/>
    <dgm:cxn modelId="{227958FB-4C9D-4108-BC29-0819A0B06C5B}" type="presParOf" srcId="{6CFE973D-9AC2-460F-BFA8-15E672E71C0D}" destId="{D92FEFA7-AD44-43B4-BBEC-2CD1A9A53464}" srcOrd="3" destOrd="0" presId="urn:microsoft.com/office/officeart/2018/5/layout/CenteredIconLabelDescriptionList"/>
    <dgm:cxn modelId="{CED30E83-21A5-4CAF-890D-BDDBA7501C27}" type="presParOf" srcId="{6CFE973D-9AC2-460F-BFA8-15E672E71C0D}" destId="{B109DB6D-0530-4E2B-92AC-B417C5B88839}" srcOrd="4" destOrd="0" presId="urn:microsoft.com/office/officeart/2018/5/layout/CenteredIconLabelDescriptionList"/>
    <dgm:cxn modelId="{38295544-74AC-49F2-A161-FCC6C4591646}" type="presParOf" srcId="{6A26D52A-27D6-4285-8996-84D6FB0C5853}" destId="{D2642DE8-A173-40C1-B3A5-93977F93B4CF}" srcOrd="3" destOrd="0" presId="urn:microsoft.com/office/officeart/2018/5/layout/CenteredIconLabelDescriptionList"/>
    <dgm:cxn modelId="{2C8E231D-22BA-41EA-9147-54D375265FDF}" type="presParOf" srcId="{6A26D52A-27D6-4285-8996-84D6FB0C5853}" destId="{DBE8ADE4-CA61-4473-AD40-7F7CF751FD88}" srcOrd="4" destOrd="0" presId="urn:microsoft.com/office/officeart/2018/5/layout/CenteredIconLabelDescriptionList"/>
    <dgm:cxn modelId="{5CBC988B-2EBC-4128-969A-3FF606C871D4}" type="presParOf" srcId="{DBE8ADE4-CA61-4473-AD40-7F7CF751FD88}" destId="{67B72309-8D28-4DC0-8361-DF72A0EE5252}" srcOrd="0" destOrd="0" presId="urn:microsoft.com/office/officeart/2018/5/layout/CenteredIconLabelDescriptionList"/>
    <dgm:cxn modelId="{AF456B25-4B7D-4A44-BE5D-0F1B649556AA}" type="presParOf" srcId="{DBE8ADE4-CA61-4473-AD40-7F7CF751FD88}" destId="{65264AE9-75A4-4A84-A76A-C820F623010D}" srcOrd="1" destOrd="0" presId="urn:microsoft.com/office/officeart/2018/5/layout/CenteredIconLabelDescriptionList"/>
    <dgm:cxn modelId="{091F824E-8E9B-4850-808B-6BB11ED6D0A8}" type="presParOf" srcId="{DBE8ADE4-CA61-4473-AD40-7F7CF751FD88}" destId="{4849F727-AC6C-4C7C-9B4C-A3988229B2EB}" srcOrd="2" destOrd="0" presId="urn:microsoft.com/office/officeart/2018/5/layout/CenteredIconLabelDescriptionList"/>
    <dgm:cxn modelId="{BC532D71-300B-4D73-B814-C4066F2C2776}" type="presParOf" srcId="{DBE8ADE4-CA61-4473-AD40-7F7CF751FD88}" destId="{5DBFCAA2-1C7A-42E6-AFF7-95A20E5382BD}" srcOrd="3" destOrd="0" presId="urn:microsoft.com/office/officeart/2018/5/layout/CenteredIconLabelDescriptionList"/>
    <dgm:cxn modelId="{72683935-2465-4D69-A956-D7078BE033C8}" type="presParOf" srcId="{DBE8ADE4-CA61-4473-AD40-7F7CF751FD88}" destId="{703BC0E2-6BCC-48D2-9143-982DDFC9F2A2}" srcOrd="4" destOrd="0" presId="urn:microsoft.com/office/officeart/2018/5/layout/CenteredIconLabelDescriptionList"/>
    <dgm:cxn modelId="{81CF03EA-F149-4D28-A754-C5494A1C2F73}" type="presParOf" srcId="{6A26D52A-27D6-4285-8996-84D6FB0C5853}" destId="{3C5051D6-4273-4E4E-9A9C-2A31E9E82845}" srcOrd="5" destOrd="0" presId="urn:microsoft.com/office/officeart/2018/5/layout/CenteredIconLabelDescriptionList"/>
    <dgm:cxn modelId="{9EB973CA-C74D-4FE9-81FA-38C04A40DD23}" type="presParOf" srcId="{6A26D52A-27D6-4285-8996-84D6FB0C5853}" destId="{DC16A2FB-2A2C-4E04-9ED0-D6B022165508}" srcOrd="6" destOrd="0" presId="urn:microsoft.com/office/officeart/2018/5/layout/CenteredIconLabelDescriptionList"/>
    <dgm:cxn modelId="{DE9D4690-4BB7-4A87-9B86-A1716A75A313}" type="presParOf" srcId="{DC16A2FB-2A2C-4E04-9ED0-D6B022165508}" destId="{ACBAB9FC-C855-49BF-9D80-CB60D0A654F4}" srcOrd="0" destOrd="0" presId="urn:microsoft.com/office/officeart/2018/5/layout/CenteredIconLabelDescriptionList"/>
    <dgm:cxn modelId="{9101CFFC-844C-4473-AF89-CAD1CC232755}" type="presParOf" srcId="{DC16A2FB-2A2C-4E04-9ED0-D6B022165508}" destId="{D671D5C5-F844-4292-AB44-14D250B930D8}" srcOrd="1" destOrd="0" presId="urn:microsoft.com/office/officeart/2018/5/layout/CenteredIconLabelDescriptionList"/>
    <dgm:cxn modelId="{A2EB1C7A-6D8F-4196-99E4-4A7E54C23B15}" type="presParOf" srcId="{DC16A2FB-2A2C-4E04-9ED0-D6B022165508}" destId="{1B362021-E72F-4FC9-9358-E87451A47CF1}" srcOrd="2" destOrd="0" presId="urn:microsoft.com/office/officeart/2018/5/layout/CenteredIconLabelDescriptionList"/>
    <dgm:cxn modelId="{CA10C049-2530-4151-B59B-07755D184BD3}" type="presParOf" srcId="{DC16A2FB-2A2C-4E04-9ED0-D6B022165508}" destId="{27C94CF0-01A2-48C5-BBDF-61A7CB831D48}" srcOrd="3" destOrd="0" presId="urn:microsoft.com/office/officeart/2018/5/layout/CenteredIconLabelDescriptionList"/>
    <dgm:cxn modelId="{4B76E43A-5A38-4E90-AAEA-2562821A9C32}" type="presParOf" srcId="{DC16A2FB-2A2C-4E04-9ED0-D6B022165508}" destId="{DBF60AC8-294A-4EC7-BB9F-74BFAFC3C2B9}" srcOrd="4" destOrd="0" presId="urn:microsoft.com/office/officeart/2018/5/layout/CenteredIconLabelDescriptionList"/>
    <dgm:cxn modelId="{76CE92AE-FEF2-486E-8F41-8827F0BF5887}" type="presParOf" srcId="{6A26D52A-27D6-4285-8996-84D6FB0C5853}" destId="{F05EB016-875F-439B-864D-3F36CBDFC6CA}" srcOrd="7" destOrd="0" presId="urn:microsoft.com/office/officeart/2018/5/layout/CenteredIconLabelDescriptionList"/>
    <dgm:cxn modelId="{62775EF6-E874-4F1B-B1E2-DCF78561C274}" type="presParOf" srcId="{6A26D52A-27D6-4285-8996-84D6FB0C5853}" destId="{AEC46C10-AD4A-470C-93EF-E70A9D534684}" srcOrd="8" destOrd="0" presId="urn:microsoft.com/office/officeart/2018/5/layout/CenteredIconLabelDescriptionList"/>
    <dgm:cxn modelId="{818D08EE-71A4-42B3-9C0F-156A008D9195}" type="presParOf" srcId="{AEC46C10-AD4A-470C-93EF-E70A9D534684}" destId="{274CF5AC-F6FA-4BA8-A68A-0A12609CB84A}" srcOrd="0" destOrd="0" presId="urn:microsoft.com/office/officeart/2018/5/layout/CenteredIconLabelDescriptionList"/>
    <dgm:cxn modelId="{F8695972-25F0-450F-9165-5F7289F0A04A}" type="presParOf" srcId="{AEC46C10-AD4A-470C-93EF-E70A9D534684}" destId="{EC9537F8-1FE0-4175-BC29-14B6B699FEEF}" srcOrd="1" destOrd="0" presId="urn:microsoft.com/office/officeart/2018/5/layout/CenteredIconLabelDescriptionList"/>
    <dgm:cxn modelId="{1CCE5C98-DF39-46A1-BC70-21412E89B750}" type="presParOf" srcId="{AEC46C10-AD4A-470C-93EF-E70A9D534684}" destId="{01C1F239-7350-45F6-B1B2-873F35289CB2}" srcOrd="2" destOrd="0" presId="urn:microsoft.com/office/officeart/2018/5/layout/CenteredIconLabelDescriptionList"/>
    <dgm:cxn modelId="{BDB2DE49-371F-42E8-9284-FA56094CE106}" type="presParOf" srcId="{AEC46C10-AD4A-470C-93EF-E70A9D534684}" destId="{B0EDB5A7-90BC-4275-8048-4BE5C67EB250}" srcOrd="3" destOrd="0" presId="urn:microsoft.com/office/officeart/2018/5/layout/CenteredIconLabelDescriptionList"/>
    <dgm:cxn modelId="{269FCDCB-4E11-467E-9B82-EF089210B7BB}" type="presParOf" srcId="{AEC46C10-AD4A-470C-93EF-E70A9D534684}" destId="{779605BE-BA8D-460C-A6A6-006D3DBA86E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45FB79-DF84-4EEB-AD82-D484BCABE56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B3852B-5134-4E07-86FA-EA537A1E3D6C}">
      <dgm:prSet/>
      <dgm:spPr/>
      <dgm:t>
        <a:bodyPr/>
        <a:lstStyle/>
        <a:p>
          <a:r>
            <a:rPr lang="en-GB"/>
            <a:t>Library Data</a:t>
          </a:r>
          <a:endParaRPr lang="en-US"/>
        </a:p>
      </dgm:t>
    </dgm:pt>
    <dgm:pt modelId="{7081BC43-DDEB-43F4-A435-66C2F7D02ECF}" type="parTrans" cxnId="{9DBF16AC-FA53-41FB-87D7-EDE69336819A}">
      <dgm:prSet/>
      <dgm:spPr/>
      <dgm:t>
        <a:bodyPr/>
        <a:lstStyle/>
        <a:p>
          <a:endParaRPr lang="en-US"/>
        </a:p>
      </dgm:t>
    </dgm:pt>
    <dgm:pt modelId="{66E01466-38F2-4992-8372-76689E4F1826}" type="sibTrans" cxnId="{9DBF16AC-FA53-41FB-87D7-EDE69336819A}">
      <dgm:prSet/>
      <dgm:spPr/>
      <dgm:t>
        <a:bodyPr/>
        <a:lstStyle/>
        <a:p>
          <a:endParaRPr lang="en-US"/>
        </a:p>
      </dgm:t>
    </dgm:pt>
    <dgm:pt modelId="{A878F4B7-01A9-43B8-AB89-29A854226E66}">
      <dgm:prSet/>
      <dgm:spPr/>
      <dgm:t>
        <a:bodyPr/>
        <a:lstStyle/>
        <a:p>
          <a:r>
            <a:rPr lang="en-GB"/>
            <a:t>Data Manipulation</a:t>
          </a:r>
          <a:endParaRPr lang="en-US"/>
        </a:p>
      </dgm:t>
    </dgm:pt>
    <dgm:pt modelId="{E2BCFBAA-DFC9-4DE5-ADF0-BE6D9AEEC77E}" type="parTrans" cxnId="{3FB7F347-E463-41C0-8F76-7010E08F82E0}">
      <dgm:prSet/>
      <dgm:spPr/>
      <dgm:t>
        <a:bodyPr/>
        <a:lstStyle/>
        <a:p>
          <a:endParaRPr lang="en-US"/>
        </a:p>
      </dgm:t>
    </dgm:pt>
    <dgm:pt modelId="{C23795D1-18B8-48B5-B4B6-8E9486D463EE}" type="sibTrans" cxnId="{3FB7F347-E463-41C0-8F76-7010E08F82E0}">
      <dgm:prSet/>
      <dgm:spPr/>
      <dgm:t>
        <a:bodyPr/>
        <a:lstStyle/>
        <a:p>
          <a:endParaRPr lang="en-US"/>
        </a:p>
      </dgm:t>
    </dgm:pt>
    <dgm:pt modelId="{BA652C2E-C14F-435C-8DAD-E60B558709EC}">
      <dgm:prSet/>
      <dgm:spPr/>
      <dgm:t>
        <a:bodyPr/>
        <a:lstStyle/>
        <a:p>
          <a:r>
            <a:rPr lang="en-GB"/>
            <a:t>Explorative Data Analysis</a:t>
          </a:r>
          <a:endParaRPr lang="en-US"/>
        </a:p>
      </dgm:t>
    </dgm:pt>
    <dgm:pt modelId="{C216B47C-C933-4DCF-8B65-B9E17FAB1E90}" type="parTrans" cxnId="{DA726B37-55C9-4133-B68E-E67C216BF668}">
      <dgm:prSet/>
      <dgm:spPr/>
      <dgm:t>
        <a:bodyPr/>
        <a:lstStyle/>
        <a:p>
          <a:endParaRPr lang="en-US"/>
        </a:p>
      </dgm:t>
    </dgm:pt>
    <dgm:pt modelId="{80AC5A91-58AA-47CD-805A-54C59A176273}" type="sibTrans" cxnId="{DA726B37-55C9-4133-B68E-E67C216BF668}">
      <dgm:prSet/>
      <dgm:spPr/>
      <dgm:t>
        <a:bodyPr/>
        <a:lstStyle/>
        <a:p>
          <a:endParaRPr lang="en-US"/>
        </a:p>
      </dgm:t>
    </dgm:pt>
    <dgm:pt modelId="{BFAE1E36-30B3-4557-B0CC-34B9DDCD5091}">
      <dgm:prSet/>
      <dgm:spPr/>
      <dgm:t>
        <a:bodyPr/>
        <a:lstStyle/>
        <a:p>
          <a:r>
            <a:rPr lang="en-GB"/>
            <a:t>Data Modeling &amp; Transformation</a:t>
          </a:r>
          <a:endParaRPr lang="en-US"/>
        </a:p>
      </dgm:t>
    </dgm:pt>
    <dgm:pt modelId="{28B11505-6BE0-48B7-B119-5E485BBC80E7}" type="parTrans" cxnId="{130D2C3E-F111-4972-B661-C9219198C9C1}">
      <dgm:prSet/>
      <dgm:spPr/>
      <dgm:t>
        <a:bodyPr/>
        <a:lstStyle/>
        <a:p>
          <a:endParaRPr lang="en-US"/>
        </a:p>
      </dgm:t>
    </dgm:pt>
    <dgm:pt modelId="{82E2A708-47BC-4BAA-8F68-B4D02A51936E}" type="sibTrans" cxnId="{130D2C3E-F111-4972-B661-C9219198C9C1}">
      <dgm:prSet/>
      <dgm:spPr/>
      <dgm:t>
        <a:bodyPr/>
        <a:lstStyle/>
        <a:p>
          <a:endParaRPr lang="en-US"/>
        </a:p>
      </dgm:t>
    </dgm:pt>
    <dgm:pt modelId="{8E0DE280-400A-4FC8-95D3-D030E5726F9D}">
      <dgm:prSet/>
      <dgm:spPr/>
      <dgm:t>
        <a:bodyPr/>
        <a:lstStyle/>
        <a:p>
          <a:r>
            <a:rPr lang="en-GB"/>
            <a:t>Dashboard Design &amp; Storytelling</a:t>
          </a:r>
          <a:endParaRPr lang="en-US"/>
        </a:p>
      </dgm:t>
    </dgm:pt>
    <dgm:pt modelId="{1BA8CDE2-E49A-4160-9DD8-54842062E353}" type="parTrans" cxnId="{FAC49BCF-73F8-4A24-8D3C-939EBADF5C40}">
      <dgm:prSet/>
      <dgm:spPr/>
      <dgm:t>
        <a:bodyPr/>
        <a:lstStyle/>
        <a:p>
          <a:endParaRPr lang="en-US"/>
        </a:p>
      </dgm:t>
    </dgm:pt>
    <dgm:pt modelId="{B55019A6-9F9B-414D-9C56-63F0B4DD1D38}" type="sibTrans" cxnId="{FAC49BCF-73F8-4A24-8D3C-939EBADF5C40}">
      <dgm:prSet/>
      <dgm:spPr/>
      <dgm:t>
        <a:bodyPr/>
        <a:lstStyle/>
        <a:p>
          <a:endParaRPr lang="en-US"/>
        </a:p>
      </dgm:t>
    </dgm:pt>
    <dgm:pt modelId="{D227268D-597A-4FB7-931A-26252EF275FE}">
      <dgm:prSet/>
      <dgm:spPr/>
      <dgm:t>
        <a:bodyPr/>
        <a:lstStyle/>
        <a:p>
          <a:r>
            <a:rPr lang="en-GB"/>
            <a:t>Advanced Analytics &amp; Coding</a:t>
          </a:r>
          <a:endParaRPr lang="en-US"/>
        </a:p>
      </dgm:t>
    </dgm:pt>
    <dgm:pt modelId="{2020968A-C4DA-413D-81C3-DCDC4916A3A3}" type="parTrans" cxnId="{0E403C42-0B8F-4440-8812-729A5F7CCE36}">
      <dgm:prSet/>
      <dgm:spPr/>
      <dgm:t>
        <a:bodyPr/>
        <a:lstStyle/>
        <a:p>
          <a:endParaRPr lang="en-US"/>
        </a:p>
      </dgm:t>
    </dgm:pt>
    <dgm:pt modelId="{43FCF7E8-61EA-4F5C-8BFC-3C0361E15BCE}" type="sibTrans" cxnId="{0E403C42-0B8F-4440-8812-729A5F7CCE36}">
      <dgm:prSet/>
      <dgm:spPr/>
      <dgm:t>
        <a:bodyPr/>
        <a:lstStyle/>
        <a:p>
          <a:endParaRPr lang="en-US"/>
        </a:p>
      </dgm:t>
    </dgm:pt>
    <dgm:pt modelId="{D3889512-1D67-4AD0-8D54-F0E3B1608D65}">
      <dgm:prSet/>
      <dgm:spPr/>
      <dgm:t>
        <a:bodyPr/>
        <a:lstStyle/>
        <a:p>
          <a:r>
            <a:rPr lang="en-GB"/>
            <a:t>AI Integration &amp; Strategic Reporting</a:t>
          </a:r>
          <a:endParaRPr lang="en-US"/>
        </a:p>
      </dgm:t>
    </dgm:pt>
    <dgm:pt modelId="{E39F522F-1249-41F2-9478-61AA19698160}" type="parTrans" cxnId="{4B56206C-4E79-41DE-9154-E4DEE40E0112}">
      <dgm:prSet/>
      <dgm:spPr/>
      <dgm:t>
        <a:bodyPr/>
        <a:lstStyle/>
        <a:p>
          <a:endParaRPr lang="en-US"/>
        </a:p>
      </dgm:t>
    </dgm:pt>
    <dgm:pt modelId="{24278B0A-F929-4DF0-A0F1-0181F1A64910}" type="sibTrans" cxnId="{4B56206C-4E79-41DE-9154-E4DEE40E0112}">
      <dgm:prSet/>
      <dgm:spPr/>
      <dgm:t>
        <a:bodyPr/>
        <a:lstStyle/>
        <a:p>
          <a:endParaRPr lang="en-US"/>
        </a:p>
      </dgm:t>
    </dgm:pt>
    <dgm:pt modelId="{8EFA74BF-45FA-4842-90C6-481A805E2038}" type="pres">
      <dgm:prSet presAssocID="{0745FB79-DF84-4EEB-AD82-D484BCABE565}" presName="vert0" presStyleCnt="0">
        <dgm:presLayoutVars>
          <dgm:dir/>
          <dgm:animOne val="branch"/>
          <dgm:animLvl val="lvl"/>
        </dgm:presLayoutVars>
      </dgm:prSet>
      <dgm:spPr/>
    </dgm:pt>
    <dgm:pt modelId="{E89F4A38-CD53-4679-BAAF-3882C5E4113A}" type="pres">
      <dgm:prSet presAssocID="{AFB3852B-5134-4E07-86FA-EA537A1E3D6C}" presName="thickLine" presStyleLbl="alignNode1" presStyleIdx="0" presStyleCnt="7"/>
      <dgm:spPr/>
    </dgm:pt>
    <dgm:pt modelId="{FEA80105-9C68-42F0-A32E-510A02BABF00}" type="pres">
      <dgm:prSet presAssocID="{AFB3852B-5134-4E07-86FA-EA537A1E3D6C}" presName="horz1" presStyleCnt="0"/>
      <dgm:spPr/>
    </dgm:pt>
    <dgm:pt modelId="{7E88E64A-4C60-4EDE-A2E4-C3E850F6CE9E}" type="pres">
      <dgm:prSet presAssocID="{AFB3852B-5134-4E07-86FA-EA537A1E3D6C}" presName="tx1" presStyleLbl="revTx" presStyleIdx="0" presStyleCnt="7"/>
      <dgm:spPr/>
    </dgm:pt>
    <dgm:pt modelId="{5B233EAC-B9CC-40D2-A21E-B7A28920AA06}" type="pres">
      <dgm:prSet presAssocID="{AFB3852B-5134-4E07-86FA-EA537A1E3D6C}" presName="vert1" presStyleCnt="0"/>
      <dgm:spPr/>
    </dgm:pt>
    <dgm:pt modelId="{F53E2BF9-188E-4C35-8D03-E03111F2DE44}" type="pres">
      <dgm:prSet presAssocID="{A878F4B7-01A9-43B8-AB89-29A854226E66}" presName="thickLine" presStyleLbl="alignNode1" presStyleIdx="1" presStyleCnt="7"/>
      <dgm:spPr/>
    </dgm:pt>
    <dgm:pt modelId="{AAD5836C-2695-4B16-BDC4-851B6F1CCDCB}" type="pres">
      <dgm:prSet presAssocID="{A878F4B7-01A9-43B8-AB89-29A854226E66}" presName="horz1" presStyleCnt="0"/>
      <dgm:spPr/>
    </dgm:pt>
    <dgm:pt modelId="{F72B2469-8F02-4DDB-AA8D-E1A43C1BB530}" type="pres">
      <dgm:prSet presAssocID="{A878F4B7-01A9-43B8-AB89-29A854226E66}" presName="tx1" presStyleLbl="revTx" presStyleIdx="1" presStyleCnt="7"/>
      <dgm:spPr/>
    </dgm:pt>
    <dgm:pt modelId="{0AB053B9-6FB1-455E-969D-03383FF08315}" type="pres">
      <dgm:prSet presAssocID="{A878F4B7-01A9-43B8-AB89-29A854226E66}" presName="vert1" presStyleCnt="0"/>
      <dgm:spPr/>
    </dgm:pt>
    <dgm:pt modelId="{0F94A73E-6DFB-4BF1-A863-701CEA41C5E8}" type="pres">
      <dgm:prSet presAssocID="{BA652C2E-C14F-435C-8DAD-E60B558709EC}" presName="thickLine" presStyleLbl="alignNode1" presStyleIdx="2" presStyleCnt="7"/>
      <dgm:spPr/>
    </dgm:pt>
    <dgm:pt modelId="{1DE10C1C-6AB8-43B6-B17E-7C5F75177205}" type="pres">
      <dgm:prSet presAssocID="{BA652C2E-C14F-435C-8DAD-E60B558709EC}" presName="horz1" presStyleCnt="0"/>
      <dgm:spPr/>
    </dgm:pt>
    <dgm:pt modelId="{121F534E-211C-436C-BA14-982C169E5B67}" type="pres">
      <dgm:prSet presAssocID="{BA652C2E-C14F-435C-8DAD-E60B558709EC}" presName="tx1" presStyleLbl="revTx" presStyleIdx="2" presStyleCnt="7"/>
      <dgm:spPr/>
    </dgm:pt>
    <dgm:pt modelId="{E25B4776-3808-44EC-B37C-13E0D16CC075}" type="pres">
      <dgm:prSet presAssocID="{BA652C2E-C14F-435C-8DAD-E60B558709EC}" presName="vert1" presStyleCnt="0"/>
      <dgm:spPr/>
    </dgm:pt>
    <dgm:pt modelId="{965D21CE-993C-4AEB-9AB3-5018B595B55E}" type="pres">
      <dgm:prSet presAssocID="{BFAE1E36-30B3-4557-B0CC-34B9DDCD5091}" presName="thickLine" presStyleLbl="alignNode1" presStyleIdx="3" presStyleCnt="7"/>
      <dgm:spPr/>
    </dgm:pt>
    <dgm:pt modelId="{76EE2BA7-A58C-4258-8CEE-E9536F4937ED}" type="pres">
      <dgm:prSet presAssocID="{BFAE1E36-30B3-4557-B0CC-34B9DDCD5091}" presName="horz1" presStyleCnt="0"/>
      <dgm:spPr/>
    </dgm:pt>
    <dgm:pt modelId="{7FDCE17E-8DCC-436A-9B10-B4C6F8B8F68C}" type="pres">
      <dgm:prSet presAssocID="{BFAE1E36-30B3-4557-B0CC-34B9DDCD5091}" presName="tx1" presStyleLbl="revTx" presStyleIdx="3" presStyleCnt="7"/>
      <dgm:spPr/>
    </dgm:pt>
    <dgm:pt modelId="{6B206F88-6660-4CD8-BD67-9617EA99D2B6}" type="pres">
      <dgm:prSet presAssocID="{BFAE1E36-30B3-4557-B0CC-34B9DDCD5091}" presName="vert1" presStyleCnt="0"/>
      <dgm:spPr/>
    </dgm:pt>
    <dgm:pt modelId="{CCF2583C-A2C4-4C28-BBE7-E3FC42DB578E}" type="pres">
      <dgm:prSet presAssocID="{8E0DE280-400A-4FC8-95D3-D030E5726F9D}" presName="thickLine" presStyleLbl="alignNode1" presStyleIdx="4" presStyleCnt="7"/>
      <dgm:spPr/>
    </dgm:pt>
    <dgm:pt modelId="{809577D8-FB51-43E0-81EF-015E8C5F3933}" type="pres">
      <dgm:prSet presAssocID="{8E0DE280-400A-4FC8-95D3-D030E5726F9D}" presName="horz1" presStyleCnt="0"/>
      <dgm:spPr/>
    </dgm:pt>
    <dgm:pt modelId="{7F1296F0-807C-450E-AB18-A7088AA59FDA}" type="pres">
      <dgm:prSet presAssocID="{8E0DE280-400A-4FC8-95D3-D030E5726F9D}" presName="tx1" presStyleLbl="revTx" presStyleIdx="4" presStyleCnt="7"/>
      <dgm:spPr/>
    </dgm:pt>
    <dgm:pt modelId="{60873BE1-9D67-414E-B0D8-D9988DEAE251}" type="pres">
      <dgm:prSet presAssocID="{8E0DE280-400A-4FC8-95D3-D030E5726F9D}" presName="vert1" presStyleCnt="0"/>
      <dgm:spPr/>
    </dgm:pt>
    <dgm:pt modelId="{43571B30-B496-4025-A419-923DD45FD83C}" type="pres">
      <dgm:prSet presAssocID="{D227268D-597A-4FB7-931A-26252EF275FE}" presName="thickLine" presStyleLbl="alignNode1" presStyleIdx="5" presStyleCnt="7"/>
      <dgm:spPr/>
    </dgm:pt>
    <dgm:pt modelId="{6794E3E6-A576-48C4-8254-4E14B10DBC51}" type="pres">
      <dgm:prSet presAssocID="{D227268D-597A-4FB7-931A-26252EF275FE}" presName="horz1" presStyleCnt="0"/>
      <dgm:spPr/>
    </dgm:pt>
    <dgm:pt modelId="{DDA61F0C-4B19-4798-904D-BA81DD91B8B4}" type="pres">
      <dgm:prSet presAssocID="{D227268D-597A-4FB7-931A-26252EF275FE}" presName="tx1" presStyleLbl="revTx" presStyleIdx="5" presStyleCnt="7"/>
      <dgm:spPr/>
    </dgm:pt>
    <dgm:pt modelId="{7A8B1B0A-581D-498A-BDDF-C97634D0DBF7}" type="pres">
      <dgm:prSet presAssocID="{D227268D-597A-4FB7-931A-26252EF275FE}" presName="vert1" presStyleCnt="0"/>
      <dgm:spPr/>
    </dgm:pt>
    <dgm:pt modelId="{F9AA2410-4E47-4F81-8528-3A13F267E1C6}" type="pres">
      <dgm:prSet presAssocID="{D3889512-1D67-4AD0-8D54-F0E3B1608D65}" presName="thickLine" presStyleLbl="alignNode1" presStyleIdx="6" presStyleCnt="7"/>
      <dgm:spPr/>
    </dgm:pt>
    <dgm:pt modelId="{509C6596-B1D6-4D0E-8791-D74D192EC764}" type="pres">
      <dgm:prSet presAssocID="{D3889512-1D67-4AD0-8D54-F0E3B1608D65}" presName="horz1" presStyleCnt="0"/>
      <dgm:spPr/>
    </dgm:pt>
    <dgm:pt modelId="{A613E551-F134-4F8D-B6C7-EAF1BE5885ED}" type="pres">
      <dgm:prSet presAssocID="{D3889512-1D67-4AD0-8D54-F0E3B1608D65}" presName="tx1" presStyleLbl="revTx" presStyleIdx="6" presStyleCnt="7"/>
      <dgm:spPr/>
    </dgm:pt>
    <dgm:pt modelId="{990ED51C-27A0-4601-9D40-257AD0B25F69}" type="pres">
      <dgm:prSet presAssocID="{D3889512-1D67-4AD0-8D54-F0E3B1608D65}" presName="vert1" presStyleCnt="0"/>
      <dgm:spPr/>
    </dgm:pt>
  </dgm:ptLst>
  <dgm:cxnLst>
    <dgm:cxn modelId="{5EDD1F37-4278-4815-8420-74D1AE4507E4}" type="presOf" srcId="{BFAE1E36-30B3-4557-B0CC-34B9DDCD5091}" destId="{7FDCE17E-8DCC-436A-9B10-B4C6F8B8F68C}" srcOrd="0" destOrd="0" presId="urn:microsoft.com/office/officeart/2008/layout/LinedList"/>
    <dgm:cxn modelId="{DA726B37-55C9-4133-B68E-E67C216BF668}" srcId="{0745FB79-DF84-4EEB-AD82-D484BCABE565}" destId="{BA652C2E-C14F-435C-8DAD-E60B558709EC}" srcOrd="2" destOrd="0" parTransId="{C216B47C-C933-4DCF-8B65-B9E17FAB1E90}" sibTransId="{80AC5A91-58AA-47CD-805A-54C59A176273}"/>
    <dgm:cxn modelId="{130D2C3E-F111-4972-B661-C9219198C9C1}" srcId="{0745FB79-DF84-4EEB-AD82-D484BCABE565}" destId="{BFAE1E36-30B3-4557-B0CC-34B9DDCD5091}" srcOrd="3" destOrd="0" parTransId="{28B11505-6BE0-48B7-B119-5E485BBC80E7}" sibTransId="{82E2A708-47BC-4BAA-8F68-B4D02A51936E}"/>
    <dgm:cxn modelId="{0E403C42-0B8F-4440-8812-729A5F7CCE36}" srcId="{0745FB79-DF84-4EEB-AD82-D484BCABE565}" destId="{D227268D-597A-4FB7-931A-26252EF275FE}" srcOrd="5" destOrd="0" parTransId="{2020968A-C4DA-413D-81C3-DCDC4916A3A3}" sibTransId="{43FCF7E8-61EA-4F5C-8BFC-3C0361E15BCE}"/>
    <dgm:cxn modelId="{3FB7F347-E463-41C0-8F76-7010E08F82E0}" srcId="{0745FB79-DF84-4EEB-AD82-D484BCABE565}" destId="{A878F4B7-01A9-43B8-AB89-29A854226E66}" srcOrd="1" destOrd="0" parTransId="{E2BCFBAA-DFC9-4DE5-ADF0-BE6D9AEEC77E}" sibTransId="{C23795D1-18B8-48B5-B4B6-8E9486D463EE}"/>
    <dgm:cxn modelId="{4B56206C-4E79-41DE-9154-E4DEE40E0112}" srcId="{0745FB79-DF84-4EEB-AD82-D484BCABE565}" destId="{D3889512-1D67-4AD0-8D54-F0E3B1608D65}" srcOrd="6" destOrd="0" parTransId="{E39F522F-1249-41F2-9478-61AA19698160}" sibTransId="{24278B0A-F929-4DF0-A0F1-0181F1A64910}"/>
    <dgm:cxn modelId="{21DCA16D-9510-4017-8F49-1683C6C299B9}" type="presOf" srcId="{AFB3852B-5134-4E07-86FA-EA537A1E3D6C}" destId="{7E88E64A-4C60-4EDE-A2E4-C3E850F6CE9E}" srcOrd="0" destOrd="0" presId="urn:microsoft.com/office/officeart/2008/layout/LinedList"/>
    <dgm:cxn modelId="{579BBD6D-575B-4921-B0B8-01B81A3E49DA}" type="presOf" srcId="{8E0DE280-400A-4FC8-95D3-D030E5726F9D}" destId="{7F1296F0-807C-450E-AB18-A7088AA59FDA}" srcOrd="0" destOrd="0" presId="urn:microsoft.com/office/officeart/2008/layout/LinedList"/>
    <dgm:cxn modelId="{59A46E50-7772-4C17-BC93-2B8E3F084380}" type="presOf" srcId="{D3889512-1D67-4AD0-8D54-F0E3B1608D65}" destId="{A613E551-F134-4F8D-B6C7-EAF1BE5885ED}" srcOrd="0" destOrd="0" presId="urn:microsoft.com/office/officeart/2008/layout/LinedList"/>
    <dgm:cxn modelId="{9DBF16AC-FA53-41FB-87D7-EDE69336819A}" srcId="{0745FB79-DF84-4EEB-AD82-D484BCABE565}" destId="{AFB3852B-5134-4E07-86FA-EA537A1E3D6C}" srcOrd="0" destOrd="0" parTransId="{7081BC43-DDEB-43F4-A435-66C2F7D02ECF}" sibTransId="{66E01466-38F2-4992-8372-76689E4F1826}"/>
    <dgm:cxn modelId="{4A6995CF-6918-415E-9916-465EF0E9F0A8}" type="presOf" srcId="{0745FB79-DF84-4EEB-AD82-D484BCABE565}" destId="{8EFA74BF-45FA-4842-90C6-481A805E2038}" srcOrd="0" destOrd="0" presId="urn:microsoft.com/office/officeart/2008/layout/LinedList"/>
    <dgm:cxn modelId="{FAC49BCF-73F8-4A24-8D3C-939EBADF5C40}" srcId="{0745FB79-DF84-4EEB-AD82-D484BCABE565}" destId="{8E0DE280-400A-4FC8-95D3-D030E5726F9D}" srcOrd="4" destOrd="0" parTransId="{1BA8CDE2-E49A-4160-9DD8-54842062E353}" sibTransId="{B55019A6-9F9B-414D-9C56-63F0B4DD1D38}"/>
    <dgm:cxn modelId="{20EBCDE5-6389-417B-9BB4-C2C1B6588ABE}" type="presOf" srcId="{A878F4B7-01A9-43B8-AB89-29A854226E66}" destId="{F72B2469-8F02-4DDB-AA8D-E1A43C1BB530}" srcOrd="0" destOrd="0" presId="urn:microsoft.com/office/officeart/2008/layout/LinedList"/>
    <dgm:cxn modelId="{0821C3E9-81E8-46DF-BE2D-AAC5D4A704CC}" type="presOf" srcId="{BA652C2E-C14F-435C-8DAD-E60B558709EC}" destId="{121F534E-211C-436C-BA14-982C169E5B67}" srcOrd="0" destOrd="0" presId="urn:microsoft.com/office/officeart/2008/layout/LinedList"/>
    <dgm:cxn modelId="{D78BFBF6-4201-4A80-8474-2DBAD6CA75A8}" type="presOf" srcId="{D227268D-597A-4FB7-931A-26252EF275FE}" destId="{DDA61F0C-4B19-4798-904D-BA81DD91B8B4}" srcOrd="0" destOrd="0" presId="urn:microsoft.com/office/officeart/2008/layout/LinedList"/>
    <dgm:cxn modelId="{90F3C6E0-A656-432F-B03D-8D6DADB933CD}" type="presParOf" srcId="{8EFA74BF-45FA-4842-90C6-481A805E2038}" destId="{E89F4A38-CD53-4679-BAAF-3882C5E4113A}" srcOrd="0" destOrd="0" presId="urn:microsoft.com/office/officeart/2008/layout/LinedList"/>
    <dgm:cxn modelId="{DD919FD9-6DC6-4720-A9F3-2EAB3F305967}" type="presParOf" srcId="{8EFA74BF-45FA-4842-90C6-481A805E2038}" destId="{FEA80105-9C68-42F0-A32E-510A02BABF00}" srcOrd="1" destOrd="0" presId="urn:microsoft.com/office/officeart/2008/layout/LinedList"/>
    <dgm:cxn modelId="{4E5AC053-D8C6-40AF-ABE9-C7F4E38AE8DC}" type="presParOf" srcId="{FEA80105-9C68-42F0-A32E-510A02BABF00}" destId="{7E88E64A-4C60-4EDE-A2E4-C3E850F6CE9E}" srcOrd="0" destOrd="0" presId="urn:microsoft.com/office/officeart/2008/layout/LinedList"/>
    <dgm:cxn modelId="{E441532E-CE9E-426A-AB12-0F6BD42200DB}" type="presParOf" srcId="{FEA80105-9C68-42F0-A32E-510A02BABF00}" destId="{5B233EAC-B9CC-40D2-A21E-B7A28920AA06}" srcOrd="1" destOrd="0" presId="urn:microsoft.com/office/officeart/2008/layout/LinedList"/>
    <dgm:cxn modelId="{C2949D69-09AD-42AA-9DB7-01C03C58D3C3}" type="presParOf" srcId="{8EFA74BF-45FA-4842-90C6-481A805E2038}" destId="{F53E2BF9-188E-4C35-8D03-E03111F2DE44}" srcOrd="2" destOrd="0" presId="urn:microsoft.com/office/officeart/2008/layout/LinedList"/>
    <dgm:cxn modelId="{DFA099B5-1FCF-49C4-90BA-21F5E373705F}" type="presParOf" srcId="{8EFA74BF-45FA-4842-90C6-481A805E2038}" destId="{AAD5836C-2695-4B16-BDC4-851B6F1CCDCB}" srcOrd="3" destOrd="0" presId="urn:microsoft.com/office/officeart/2008/layout/LinedList"/>
    <dgm:cxn modelId="{4D8DEBCA-6EA9-4766-91FA-C7CE448EFE52}" type="presParOf" srcId="{AAD5836C-2695-4B16-BDC4-851B6F1CCDCB}" destId="{F72B2469-8F02-4DDB-AA8D-E1A43C1BB530}" srcOrd="0" destOrd="0" presId="urn:microsoft.com/office/officeart/2008/layout/LinedList"/>
    <dgm:cxn modelId="{1FA25C74-293C-420E-B6B4-87B27E690954}" type="presParOf" srcId="{AAD5836C-2695-4B16-BDC4-851B6F1CCDCB}" destId="{0AB053B9-6FB1-455E-969D-03383FF08315}" srcOrd="1" destOrd="0" presId="urn:microsoft.com/office/officeart/2008/layout/LinedList"/>
    <dgm:cxn modelId="{EB1D4CC0-16B4-4C30-8FF1-FDEC38425947}" type="presParOf" srcId="{8EFA74BF-45FA-4842-90C6-481A805E2038}" destId="{0F94A73E-6DFB-4BF1-A863-701CEA41C5E8}" srcOrd="4" destOrd="0" presId="urn:microsoft.com/office/officeart/2008/layout/LinedList"/>
    <dgm:cxn modelId="{AB6D10B7-E23C-4821-895A-06B658243443}" type="presParOf" srcId="{8EFA74BF-45FA-4842-90C6-481A805E2038}" destId="{1DE10C1C-6AB8-43B6-B17E-7C5F75177205}" srcOrd="5" destOrd="0" presId="urn:microsoft.com/office/officeart/2008/layout/LinedList"/>
    <dgm:cxn modelId="{34F50E3E-C9D4-4FAB-8293-DB0CA3A6693D}" type="presParOf" srcId="{1DE10C1C-6AB8-43B6-B17E-7C5F75177205}" destId="{121F534E-211C-436C-BA14-982C169E5B67}" srcOrd="0" destOrd="0" presId="urn:microsoft.com/office/officeart/2008/layout/LinedList"/>
    <dgm:cxn modelId="{FEA25BD1-7E93-44B8-943E-2C589553702A}" type="presParOf" srcId="{1DE10C1C-6AB8-43B6-B17E-7C5F75177205}" destId="{E25B4776-3808-44EC-B37C-13E0D16CC075}" srcOrd="1" destOrd="0" presId="urn:microsoft.com/office/officeart/2008/layout/LinedList"/>
    <dgm:cxn modelId="{538B33DA-9701-4A25-81FC-8412AE3C231D}" type="presParOf" srcId="{8EFA74BF-45FA-4842-90C6-481A805E2038}" destId="{965D21CE-993C-4AEB-9AB3-5018B595B55E}" srcOrd="6" destOrd="0" presId="urn:microsoft.com/office/officeart/2008/layout/LinedList"/>
    <dgm:cxn modelId="{646E6196-8769-4338-BBCE-18BED63E9785}" type="presParOf" srcId="{8EFA74BF-45FA-4842-90C6-481A805E2038}" destId="{76EE2BA7-A58C-4258-8CEE-E9536F4937ED}" srcOrd="7" destOrd="0" presId="urn:microsoft.com/office/officeart/2008/layout/LinedList"/>
    <dgm:cxn modelId="{74DC17FA-63D4-4B31-98F1-11C80B9B09D1}" type="presParOf" srcId="{76EE2BA7-A58C-4258-8CEE-E9536F4937ED}" destId="{7FDCE17E-8DCC-436A-9B10-B4C6F8B8F68C}" srcOrd="0" destOrd="0" presId="urn:microsoft.com/office/officeart/2008/layout/LinedList"/>
    <dgm:cxn modelId="{8EE11AC2-B101-4015-8049-955ACF400118}" type="presParOf" srcId="{76EE2BA7-A58C-4258-8CEE-E9536F4937ED}" destId="{6B206F88-6660-4CD8-BD67-9617EA99D2B6}" srcOrd="1" destOrd="0" presId="urn:microsoft.com/office/officeart/2008/layout/LinedList"/>
    <dgm:cxn modelId="{A1C0D4A4-4226-4FCC-99BA-FDE6BC287836}" type="presParOf" srcId="{8EFA74BF-45FA-4842-90C6-481A805E2038}" destId="{CCF2583C-A2C4-4C28-BBE7-E3FC42DB578E}" srcOrd="8" destOrd="0" presId="urn:microsoft.com/office/officeart/2008/layout/LinedList"/>
    <dgm:cxn modelId="{3C48A0AA-BE5F-4ED6-9B6A-FF7247EB301D}" type="presParOf" srcId="{8EFA74BF-45FA-4842-90C6-481A805E2038}" destId="{809577D8-FB51-43E0-81EF-015E8C5F3933}" srcOrd="9" destOrd="0" presId="urn:microsoft.com/office/officeart/2008/layout/LinedList"/>
    <dgm:cxn modelId="{C9067C44-14FE-4B30-8B8D-9E93DAD59F28}" type="presParOf" srcId="{809577D8-FB51-43E0-81EF-015E8C5F3933}" destId="{7F1296F0-807C-450E-AB18-A7088AA59FDA}" srcOrd="0" destOrd="0" presId="urn:microsoft.com/office/officeart/2008/layout/LinedList"/>
    <dgm:cxn modelId="{6EFB47F7-E3D0-4BC6-AE6D-FEEC0561F516}" type="presParOf" srcId="{809577D8-FB51-43E0-81EF-015E8C5F3933}" destId="{60873BE1-9D67-414E-B0D8-D9988DEAE251}" srcOrd="1" destOrd="0" presId="urn:microsoft.com/office/officeart/2008/layout/LinedList"/>
    <dgm:cxn modelId="{DFBF5F20-AC21-4FED-8563-50907A4149A4}" type="presParOf" srcId="{8EFA74BF-45FA-4842-90C6-481A805E2038}" destId="{43571B30-B496-4025-A419-923DD45FD83C}" srcOrd="10" destOrd="0" presId="urn:microsoft.com/office/officeart/2008/layout/LinedList"/>
    <dgm:cxn modelId="{3DD0528C-B8EF-492C-9445-8C123B901ABE}" type="presParOf" srcId="{8EFA74BF-45FA-4842-90C6-481A805E2038}" destId="{6794E3E6-A576-48C4-8254-4E14B10DBC51}" srcOrd="11" destOrd="0" presId="urn:microsoft.com/office/officeart/2008/layout/LinedList"/>
    <dgm:cxn modelId="{36B93C26-68C5-4B66-9E06-ED3059259944}" type="presParOf" srcId="{6794E3E6-A576-48C4-8254-4E14B10DBC51}" destId="{DDA61F0C-4B19-4798-904D-BA81DD91B8B4}" srcOrd="0" destOrd="0" presId="urn:microsoft.com/office/officeart/2008/layout/LinedList"/>
    <dgm:cxn modelId="{A22B96A7-1486-4429-A01E-538D126DF5AA}" type="presParOf" srcId="{6794E3E6-A576-48C4-8254-4E14B10DBC51}" destId="{7A8B1B0A-581D-498A-BDDF-C97634D0DBF7}" srcOrd="1" destOrd="0" presId="urn:microsoft.com/office/officeart/2008/layout/LinedList"/>
    <dgm:cxn modelId="{3AB6720F-D788-41E4-96C5-904E467DB19B}" type="presParOf" srcId="{8EFA74BF-45FA-4842-90C6-481A805E2038}" destId="{F9AA2410-4E47-4F81-8528-3A13F267E1C6}" srcOrd="12" destOrd="0" presId="urn:microsoft.com/office/officeart/2008/layout/LinedList"/>
    <dgm:cxn modelId="{48F11437-0595-48A0-9C6D-74F25160CEB2}" type="presParOf" srcId="{8EFA74BF-45FA-4842-90C6-481A805E2038}" destId="{509C6596-B1D6-4D0E-8791-D74D192EC764}" srcOrd="13" destOrd="0" presId="urn:microsoft.com/office/officeart/2008/layout/LinedList"/>
    <dgm:cxn modelId="{85F49304-DC7C-43FE-99DA-434E05DA7F2D}" type="presParOf" srcId="{509C6596-B1D6-4D0E-8791-D74D192EC764}" destId="{A613E551-F134-4F8D-B6C7-EAF1BE5885ED}" srcOrd="0" destOrd="0" presId="urn:microsoft.com/office/officeart/2008/layout/LinedList"/>
    <dgm:cxn modelId="{AE30830F-1E82-4104-B979-691424E6BDB0}" type="presParOf" srcId="{509C6596-B1D6-4D0E-8791-D74D192EC764}" destId="{990ED51C-27A0-4601-9D40-257AD0B25F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5E426E-B62B-4F1E-B24C-50A628FDFA79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DFF76B-39EF-43AF-984D-3D2C58244230}">
      <dgm:prSet/>
      <dgm:spPr/>
      <dgm:t>
        <a:bodyPr/>
        <a:lstStyle/>
        <a:p>
          <a:r>
            <a:rPr lang="en-GB"/>
            <a:t>Microsoft Excel</a:t>
          </a:r>
          <a:endParaRPr lang="en-US"/>
        </a:p>
      </dgm:t>
    </dgm:pt>
    <dgm:pt modelId="{DA28B3A1-0F61-42F3-835E-476446EF0CDB}" type="parTrans" cxnId="{48E22D90-8270-40B1-948B-7C7B3DB1C33F}">
      <dgm:prSet/>
      <dgm:spPr/>
      <dgm:t>
        <a:bodyPr/>
        <a:lstStyle/>
        <a:p>
          <a:endParaRPr lang="en-US"/>
        </a:p>
      </dgm:t>
    </dgm:pt>
    <dgm:pt modelId="{4FFED261-5A05-4EF0-A030-103CB93B3105}" type="sibTrans" cxnId="{48E22D90-8270-40B1-948B-7C7B3DB1C33F}">
      <dgm:prSet/>
      <dgm:spPr/>
      <dgm:t>
        <a:bodyPr/>
        <a:lstStyle/>
        <a:p>
          <a:endParaRPr lang="en-US"/>
        </a:p>
      </dgm:t>
    </dgm:pt>
    <dgm:pt modelId="{1ADEBBBE-3BAC-41C4-9980-360172DEA521}">
      <dgm:prSet/>
      <dgm:spPr/>
      <dgm:t>
        <a:bodyPr/>
        <a:lstStyle/>
        <a:p>
          <a:r>
            <a:rPr lang="en-GB"/>
            <a:t>Power BI</a:t>
          </a:r>
          <a:endParaRPr lang="en-US"/>
        </a:p>
      </dgm:t>
    </dgm:pt>
    <dgm:pt modelId="{FB59FC38-EC8E-4417-B675-D450D707303A}" type="parTrans" cxnId="{9570507E-250A-4850-A3AE-E22B9EB8E416}">
      <dgm:prSet/>
      <dgm:spPr/>
      <dgm:t>
        <a:bodyPr/>
        <a:lstStyle/>
        <a:p>
          <a:endParaRPr lang="en-US"/>
        </a:p>
      </dgm:t>
    </dgm:pt>
    <dgm:pt modelId="{21AD467F-EDF1-4E74-B229-37993579A677}" type="sibTrans" cxnId="{9570507E-250A-4850-A3AE-E22B9EB8E416}">
      <dgm:prSet/>
      <dgm:spPr/>
      <dgm:t>
        <a:bodyPr/>
        <a:lstStyle/>
        <a:p>
          <a:endParaRPr lang="en-US"/>
        </a:p>
      </dgm:t>
    </dgm:pt>
    <dgm:pt modelId="{072B5D44-A26A-4EE6-B8DF-35E79F7B0B4A}">
      <dgm:prSet/>
      <dgm:spPr/>
      <dgm:t>
        <a:bodyPr/>
        <a:lstStyle/>
        <a:p>
          <a:r>
            <a:rPr lang="en-GB"/>
            <a:t>Python and/or SQL</a:t>
          </a:r>
          <a:endParaRPr lang="en-US"/>
        </a:p>
      </dgm:t>
    </dgm:pt>
    <dgm:pt modelId="{7B2B9811-4A16-430B-8117-B626CBF8FF6E}" type="parTrans" cxnId="{A0F71797-9A30-426C-91EB-D7CECE3187A4}">
      <dgm:prSet/>
      <dgm:spPr/>
      <dgm:t>
        <a:bodyPr/>
        <a:lstStyle/>
        <a:p>
          <a:endParaRPr lang="en-US"/>
        </a:p>
      </dgm:t>
    </dgm:pt>
    <dgm:pt modelId="{C6047F56-2119-4522-8979-F1B45E657DAC}" type="sibTrans" cxnId="{A0F71797-9A30-426C-91EB-D7CECE3187A4}">
      <dgm:prSet/>
      <dgm:spPr/>
      <dgm:t>
        <a:bodyPr/>
        <a:lstStyle/>
        <a:p>
          <a:endParaRPr lang="en-US"/>
        </a:p>
      </dgm:t>
    </dgm:pt>
    <dgm:pt modelId="{1C35C609-AD76-40DF-8396-806B6A1A1D1D}">
      <dgm:prSet/>
      <dgm:spPr/>
      <dgm:t>
        <a:bodyPr/>
        <a:lstStyle/>
        <a:p>
          <a:r>
            <a:rPr lang="en-GB"/>
            <a:t>JavaScript and d3js</a:t>
          </a:r>
          <a:endParaRPr lang="en-US"/>
        </a:p>
      </dgm:t>
    </dgm:pt>
    <dgm:pt modelId="{DFB5D7F2-5E58-4C9B-9BF3-37834C7FBA09}" type="parTrans" cxnId="{ACA32601-CCCA-4399-87C0-B3C1F7642749}">
      <dgm:prSet/>
      <dgm:spPr/>
      <dgm:t>
        <a:bodyPr/>
        <a:lstStyle/>
        <a:p>
          <a:endParaRPr lang="en-US"/>
        </a:p>
      </dgm:t>
    </dgm:pt>
    <dgm:pt modelId="{9ABF09C8-7B00-4C2E-9322-94BAF2A8104E}" type="sibTrans" cxnId="{ACA32601-CCCA-4399-87C0-B3C1F7642749}">
      <dgm:prSet/>
      <dgm:spPr/>
      <dgm:t>
        <a:bodyPr/>
        <a:lstStyle/>
        <a:p>
          <a:endParaRPr lang="en-US"/>
        </a:p>
      </dgm:t>
    </dgm:pt>
    <dgm:pt modelId="{0FBC996E-CB90-4C0F-8C6F-2D650442D516}" type="pres">
      <dgm:prSet presAssocID="{005E426E-B62B-4F1E-B24C-50A628FDFA79}" presName="outerComposite" presStyleCnt="0">
        <dgm:presLayoutVars>
          <dgm:chMax val="5"/>
          <dgm:dir/>
          <dgm:resizeHandles val="exact"/>
        </dgm:presLayoutVars>
      </dgm:prSet>
      <dgm:spPr/>
    </dgm:pt>
    <dgm:pt modelId="{60EE1BF6-0D40-4DD6-B27D-2B0EE2D7E0CF}" type="pres">
      <dgm:prSet presAssocID="{005E426E-B62B-4F1E-B24C-50A628FDFA79}" presName="dummyMaxCanvas" presStyleCnt="0">
        <dgm:presLayoutVars/>
      </dgm:prSet>
      <dgm:spPr/>
    </dgm:pt>
    <dgm:pt modelId="{1FB0EAF2-3184-4CF6-84B9-518638E565A6}" type="pres">
      <dgm:prSet presAssocID="{005E426E-B62B-4F1E-B24C-50A628FDFA79}" presName="FourNodes_1" presStyleLbl="node1" presStyleIdx="0" presStyleCnt="4">
        <dgm:presLayoutVars>
          <dgm:bulletEnabled val="1"/>
        </dgm:presLayoutVars>
      </dgm:prSet>
      <dgm:spPr/>
    </dgm:pt>
    <dgm:pt modelId="{30DEA766-3295-47AD-B66B-6DC0D781028A}" type="pres">
      <dgm:prSet presAssocID="{005E426E-B62B-4F1E-B24C-50A628FDFA79}" presName="FourNodes_2" presStyleLbl="node1" presStyleIdx="1" presStyleCnt="4">
        <dgm:presLayoutVars>
          <dgm:bulletEnabled val="1"/>
        </dgm:presLayoutVars>
      </dgm:prSet>
      <dgm:spPr/>
    </dgm:pt>
    <dgm:pt modelId="{512A51EF-15C8-4915-9A6C-719DCFC7A968}" type="pres">
      <dgm:prSet presAssocID="{005E426E-B62B-4F1E-B24C-50A628FDFA79}" presName="FourNodes_3" presStyleLbl="node1" presStyleIdx="2" presStyleCnt="4">
        <dgm:presLayoutVars>
          <dgm:bulletEnabled val="1"/>
        </dgm:presLayoutVars>
      </dgm:prSet>
      <dgm:spPr/>
    </dgm:pt>
    <dgm:pt modelId="{AFA6249D-5F45-4040-B446-3D292B514957}" type="pres">
      <dgm:prSet presAssocID="{005E426E-B62B-4F1E-B24C-50A628FDFA79}" presName="FourNodes_4" presStyleLbl="node1" presStyleIdx="3" presStyleCnt="4">
        <dgm:presLayoutVars>
          <dgm:bulletEnabled val="1"/>
        </dgm:presLayoutVars>
      </dgm:prSet>
      <dgm:spPr/>
    </dgm:pt>
    <dgm:pt modelId="{ECF0D2B5-7B42-4469-8354-710DDB41718C}" type="pres">
      <dgm:prSet presAssocID="{005E426E-B62B-4F1E-B24C-50A628FDFA79}" presName="FourConn_1-2" presStyleLbl="fgAccFollowNode1" presStyleIdx="0" presStyleCnt="3">
        <dgm:presLayoutVars>
          <dgm:bulletEnabled val="1"/>
        </dgm:presLayoutVars>
      </dgm:prSet>
      <dgm:spPr/>
    </dgm:pt>
    <dgm:pt modelId="{91716628-8FAF-4083-9259-C007A21B34DA}" type="pres">
      <dgm:prSet presAssocID="{005E426E-B62B-4F1E-B24C-50A628FDFA79}" presName="FourConn_2-3" presStyleLbl="fgAccFollowNode1" presStyleIdx="1" presStyleCnt="3">
        <dgm:presLayoutVars>
          <dgm:bulletEnabled val="1"/>
        </dgm:presLayoutVars>
      </dgm:prSet>
      <dgm:spPr/>
    </dgm:pt>
    <dgm:pt modelId="{C2F47FF3-28CE-4B63-AD88-FCB804CF0FE0}" type="pres">
      <dgm:prSet presAssocID="{005E426E-B62B-4F1E-B24C-50A628FDFA79}" presName="FourConn_3-4" presStyleLbl="fgAccFollowNode1" presStyleIdx="2" presStyleCnt="3">
        <dgm:presLayoutVars>
          <dgm:bulletEnabled val="1"/>
        </dgm:presLayoutVars>
      </dgm:prSet>
      <dgm:spPr/>
    </dgm:pt>
    <dgm:pt modelId="{56815E07-9128-4D5D-97A4-4D13D01E63A4}" type="pres">
      <dgm:prSet presAssocID="{005E426E-B62B-4F1E-B24C-50A628FDFA79}" presName="FourNodes_1_text" presStyleLbl="node1" presStyleIdx="3" presStyleCnt="4">
        <dgm:presLayoutVars>
          <dgm:bulletEnabled val="1"/>
        </dgm:presLayoutVars>
      </dgm:prSet>
      <dgm:spPr/>
    </dgm:pt>
    <dgm:pt modelId="{BABB5524-C24A-4389-B29A-2DB2F9B65406}" type="pres">
      <dgm:prSet presAssocID="{005E426E-B62B-4F1E-B24C-50A628FDFA79}" presName="FourNodes_2_text" presStyleLbl="node1" presStyleIdx="3" presStyleCnt="4">
        <dgm:presLayoutVars>
          <dgm:bulletEnabled val="1"/>
        </dgm:presLayoutVars>
      </dgm:prSet>
      <dgm:spPr/>
    </dgm:pt>
    <dgm:pt modelId="{F793F45B-D978-4FDC-AE05-FE20FF21F044}" type="pres">
      <dgm:prSet presAssocID="{005E426E-B62B-4F1E-B24C-50A628FDFA79}" presName="FourNodes_3_text" presStyleLbl="node1" presStyleIdx="3" presStyleCnt="4">
        <dgm:presLayoutVars>
          <dgm:bulletEnabled val="1"/>
        </dgm:presLayoutVars>
      </dgm:prSet>
      <dgm:spPr/>
    </dgm:pt>
    <dgm:pt modelId="{2CF113AD-E215-4D95-A167-FB4DE2E679A6}" type="pres">
      <dgm:prSet presAssocID="{005E426E-B62B-4F1E-B24C-50A628FDFA7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CA32601-CCCA-4399-87C0-B3C1F7642749}" srcId="{005E426E-B62B-4F1E-B24C-50A628FDFA79}" destId="{1C35C609-AD76-40DF-8396-806B6A1A1D1D}" srcOrd="3" destOrd="0" parTransId="{DFB5D7F2-5E58-4C9B-9BF3-37834C7FBA09}" sibTransId="{9ABF09C8-7B00-4C2E-9322-94BAF2A8104E}"/>
    <dgm:cxn modelId="{12D0761E-2FEF-446D-B35A-370882BB9D83}" type="presOf" srcId="{6CDFF76B-39EF-43AF-984D-3D2C58244230}" destId="{1FB0EAF2-3184-4CF6-84B9-518638E565A6}" srcOrd="0" destOrd="0" presId="urn:microsoft.com/office/officeart/2005/8/layout/vProcess5"/>
    <dgm:cxn modelId="{8260B822-CDE8-499B-AA17-C30E39529101}" type="presOf" srcId="{C6047F56-2119-4522-8979-F1B45E657DAC}" destId="{C2F47FF3-28CE-4B63-AD88-FCB804CF0FE0}" srcOrd="0" destOrd="0" presId="urn:microsoft.com/office/officeart/2005/8/layout/vProcess5"/>
    <dgm:cxn modelId="{8F27BE67-C7B0-458A-BDC1-6A337BBDADAD}" type="presOf" srcId="{072B5D44-A26A-4EE6-B8DF-35E79F7B0B4A}" destId="{F793F45B-D978-4FDC-AE05-FE20FF21F044}" srcOrd="1" destOrd="0" presId="urn:microsoft.com/office/officeart/2005/8/layout/vProcess5"/>
    <dgm:cxn modelId="{C6159873-748A-474A-8642-291FF20B0DE5}" type="presOf" srcId="{1C35C609-AD76-40DF-8396-806B6A1A1D1D}" destId="{AFA6249D-5F45-4040-B446-3D292B514957}" srcOrd="0" destOrd="0" presId="urn:microsoft.com/office/officeart/2005/8/layout/vProcess5"/>
    <dgm:cxn modelId="{9570507E-250A-4850-A3AE-E22B9EB8E416}" srcId="{005E426E-B62B-4F1E-B24C-50A628FDFA79}" destId="{1ADEBBBE-3BAC-41C4-9980-360172DEA521}" srcOrd="1" destOrd="0" parTransId="{FB59FC38-EC8E-4417-B675-D450D707303A}" sibTransId="{21AD467F-EDF1-4E74-B229-37993579A677}"/>
    <dgm:cxn modelId="{2BD39983-9C78-4006-8C66-B7BDE3560808}" type="presOf" srcId="{1C35C609-AD76-40DF-8396-806B6A1A1D1D}" destId="{2CF113AD-E215-4D95-A167-FB4DE2E679A6}" srcOrd="1" destOrd="0" presId="urn:microsoft.com/office/officeart/2005/8/layout/vProcess5"/>
    <dgm:cxn modelId="{48E22D90-8270-40B1-948B-7C7B3DB1C33F}" srcId="{005E426E-B62B-4F1E-B24C-50A628FDFA79}" destId="{6CDFF76B-39EF-43AF-984D-3D2C58244230}" srcOrd="0" destOrd="0" parTransId="{DA28B3A1-0F61-42F3-835E-476446EF0CDB}" sibTransId="{4FFED261-5A05-4EF0-A030-103CB93B3105}"/>
    <dgm:cxn modelId="{C14AAC91-23F1-4D5F-BC45-CDA564493E04}" type="presOf" srcId="{21AD467F-EDF1-4E74-B229-37993579A677}" destId="{91716628-8FAF-4083-9259-C007A21B34DA}" srcOrd="0" destOrd="0" presId="urn:microsoft.com/office/officeart/2005/8/layout/vProcess5"/>
    <dgm:cxn modelId="{F748BC93-F07D-4CB1-923E-52ED9B55A7C9}" type="presOf" srcId="{6CDFF76B-39EF-43AF-984D-3D2C58244230}" destId="{56815E07-9128-4D5D-97A4-4D13D01E63A4}" srcOrd="1" destOrd="0" presId="urn:microsoft.com/office/officeart/2005/8/layout/vProcess5"/>
    <dgm:cxn modelId="{A0F71797-9A30-426C-91EB-D7CECE3187A4}" srcId="{005E426E-B62B-4F1E-B24C-50A628FDFA79}" destId="{072B5D44-A26A-4EE6-B8DF-35E79F7B0B4A}" srcOrd="2" destOrd="0" parTransId="{7B2B9811-4A16-430B-8117-B626CBF8FF6E}" sibTransId="{C6047F56-2119-4522-8979-F1B45E657DAC}"/>
    <dgm:cxn modelId="{F7D3EEAB-E4D4-4DF7-836B-7B2498A604B7}" type="presOf" srcId="{1ADEBBBE-3BAC-41C4-9980-360172DEA521}" destId="{BABB5524-C24A-4389-B29A-2DB2F9B65406}" srcOrd="1" destOrd="0" presId="urn:microsoft.com/office/officeart/2005/8/layout/vProcess5"/>
    <dgm:cxn modelId="{CA957FC8-3429-4DBB-A380-9030C46BE00A}" type="presOf" srcId="{4FFED261-5A05-4EF0-A030-103CB93B3105}" destId="{ECF0D2B5-7B42-4469-8354-710DDB41718C}" srcOrd="0" destOrd="0" presId="urn:microsoft.com/office/officeart/2005/8/layout/vProcess5"/>
    <dgm:cxn modelId="{EE80A4D4-019B-4AFD-A143-F356E4D9D5AF}" type="presOf" srcId="{072B5D44-A26A-4EE6-B8DF-35E79F7B0B4A}" destId="{512A51EF-15C8-4915-9A6C-719DCFC7A968}" srcOrd="0" destOrd="0" presId="urn:microsoft.com/office/officeart/2005/8/layout/vProcess5"/>
    <dgm:cxn modelId="{C196B2EC-3ADB-4D13-9E70-F7E50EFB082B}" type="presOf" srcId="{1ADEBBBE-3BAC-41C4-9980-360172DEA521}" destId="{30DEA766-3295-47AD-B66B-6DC0D781028A}" srcOrd="0" destOrd="0" presId="urn:microsoft.com/office/officeart/2005/8/layout/vProcess5"/>
    <dgm:cxn modelId="{DDE826ED-224E-4D5D-A4F4-79880DA041FE}" type="presOf" srcId="{005E426E-B62B-4F1E-B24C-50A628FDFA79}" destId="{0FBC996E-CB90-4C0F-8C6F-2D650442D516}" srcOrd="0" destOrd="0" presId="urn:microsoft.com/office/officeart/2005/8/layout/vProcess5"/>
    <dgm:cxn modelId="{97B5D97F-CF04-4AF5-8DC1-8CEEE839180D}" type="presParOf" srcId="{0FBC996E-CB90-4C0F-8C6F-2D650442D516}" destId="{60EE1BF6-0D40-4DD6-B27D-2B0EE2D7E0CF}" srcOrd="0" destOrd="0" presId="urn:microsoft.com/office/officeart/2005/8/layout/vProcess5"/>
    <dgm:cxn modelId="{5A901CA6-B451-4EF9-A0DC-A237E97F71FE}" type="presParOf" srcId="{0FBC996E-CB90-4C0F-8C6F-2D650442D516}" destId="{1FB0EAF2-3184-4CF6-84B9-518638E565A6}" srcOrd="1" destOrd="0" presId="urn:microsoft.com/office/officeart/2005/8/layout/vProcess5"/>
    <dgm:cxn modelId="{C66BD495-D3D0-4F08-A584-498BF3490E30}" type="presParOf" srcId="{0FBC996E-CB90-4C0F-8C6F-2D650442D516}" destId="{30DEA766-3295-47AD-B66B-6DC0D781028A}" srcOrd="2" destOrd="0" presId="urn:microsoft.com/office/officeart/2005/8/layout/vProcess5"/>
    <dgm:cxn modelId="{60CBE40E-9C97-4A30-86CE-3713A30281CD}" type="presParOf" srcId="{0FBC996E-CB90-4C0F-8C6F-2D650442D516}" destId="{512A51EF-15C8-4915-9A6C-719DCFC7A968}" srcOrd="3" destOrd="0" presId="urn:microsoft.com/office/officeart/2005/8/layout/vProcess5"/>
    <dgm:cxn modelId="{02E15DCF-0CCC-4C8E-9BD0-EEEFB08C774C}" type="presParOf" srcId="{0FBC996E-CB90-4C0F-8C6F-2D650442D516}" destId="{AFA6249D-5F45-4040-B446-3D292B514957}" srcOrd="4" destOrd="0" presId="urn:microsoft.com/office/officeart/2005/8/layout/vProcess5"/>
    <dgm:cxn modelId="{11C87D68-622A-4457-B126-0C4F4E64F6E3}" type="presParOf" srcId="{0FBC996E-CB90-4C0F-8C6F-2D650442D516}" destId="{ECF0D2B5-7B42-4469-8354-710DDB41718C}" srcOrd="5" destOrd="0" presId="urn:microsoft.com/office/officeart/2005/8/layout/vProcess5"/>
    <dgm:cxn modelId="{CF5E46EC-C592-41D9-88C1-D2164486EA6F}" type="presParOf" srcId="{0FBC996E-CB90-4C0F-8C6F-2D650442D516}" destId="{91716628-8FAF-4083-9259-C007A21B34DA}" srcOrd="6" destOrd="0" presId="urn:microsoft.com/office/officeart/2005/8/layout/vProcess5"/>
    <dgm:cxn modelId="{F210DF74-293F-4648-B7D2-770DEED04779}" type="presParOf" srcId="{0FBC996E-CB90-4C0F-8C6F-2D650442D516}" destId="{C2F47FF3-28CE-4B63-AD88-FCB804CF0FE0}" srcOrd="7" destOrd="0" presId="urn:microsoft.com/office/officeart/2005/8/layout/vProcess5"/>
    <dgm:cxn modelId="{BCF2D856-C82C-41F8-ACAB-D096FC9A3FFF}" type="presParOf" srcId="{0FBC996E-CB90-4C0F-8C6F-2D650442D516}" destId="{56815E07-9128-4D5D-97A4-4D13D01E63A4}" srcOrd="8" destOrd="0" presId="urn:microsoft.com/office/officeart/2005/8/layout/vProcess5"/>
    <dgm:cxn modelId="{405944BF-369B-4990-B688-5C426C1B9457}" type="presParOf" srcId="{0FBC996E-CB90-4C0F-8C6F-2D650442D516}" destId="{BABB5524-C24A-4389-B29A-2DB2F9B65406}" srcOrd="9" destOrd="0" presId="urn:microsoft.com/office/officeart/2005/8/layout/vProcess5"/>
    <dgm:cxn modelId="{31B26FE2-E6FC-42A0-BBA0-B2D593AEF6E4}" type="presParOf" srcId="{0FBC996E-CB90-4C0F-8C6F-2D650442D516}" destId="{F793F45B-D978-4FDC-AE05-FE20FF21F044}" srcOrd="10" destOrd="0" presId="urn:microsoft.com/office/officeart/2005/8/layout/vProcess5"/>
    <dgm:cxn modelId="{63F238D6-1DCC-4E33-A86E-B878FCE0612C}" type="presParOf" srcId="{0FBC996E-CB90-4C0F-8C6F-2D650442D516}" destId="{2CF113AD-E215-4D95-A167-FB4DE2E679A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67E7C-1562-4C3F-9BC5-F590BD9B932C}">
      <dsp:nvSpPr>
        <dsp:cNvPr id="0" name=""/>
        <dsp:cNvSpPr/>
      </dsp:nvSpPr>
      <dsp:spPr>
        <a:xfrm>
          <a:off x="627750" y="6644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BDD52-A134-4A25-9576-9517B6165ED4}">
      <dsp:nvSpPr>
        <dsp:cNvPr id="0" name=""/>
        <dsp:cNvSpPr/>
      </dsp:nvSpPr>
      <dsp:spPr>
        <a:xfrm>
          <a:off x="5273" y="1457972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BLIS (2016) and MLIS (2021) at University of Ibadan</a:t>
          </a:r>
          <a:endParaRPr lang="en-US" sz="1400" kern="1200"/>
        </a:p>
      </dsp:txBody>
      <dsp:txXfrm>
        <a:off x="5273" y="1457972"/>
        <a:ext cx="1915312" cy="592549"/>
      </dsp:txXfrm>
    </dsp:sp>
    <dsp:sp modelId="{E40AE131-4283-4AEC-8035-B3466AC5C456}">
      <dsp:nvSpPr>
        <dsp:cNvPr id="0" name=""/>
        <dsp:cNvSpPr/>
      </dsp:nvSpPr>
      <dsp:spPr>
        <a:xfrm>
          <a:off x="5273" y="2107799"/>
          <a:ext cx="1915312" cy="142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CCC92-147D-40D3-84B3-B69B13E5D821}">
      <dsp:nvSpPr>
        <dsp:cNvPr id="0" name=""/>
        <dsp:cNvSpPr/>
      </dsp:nvSpPr>
      <dsp:spPr>
        <a:xfrm>
          <a:off x="2878242" y="6644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FB53E-AB83-4D37-9B18-162B64BC5369}">
      <dsp:nvSpPr>
        <dsp:cNvPr id="0" name=""/>
        <dsp:cNvSpPr/>
      </dsp:nvSpPr>
      <dsp:spPr>
        <a:xfrm>
          <a:off x="2255766" y="1457972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COVID-19 Transformation</a:t>
          </a:r>
          <a:endParaRPr lang="en-US" sz="1400" kern="1200"/>
        </a:p>
      </dsp:txBody>
      <dsp:txXfrm>
        <a:off x="2255766" y="1457972"/>
        <a:ext cx="1915312" cy="592549"/>
      </dsp:txXfrm>
    </dsp:sp>
    <dsp:sp modelId="{B109DB6D-0530-4E2B-92AC-B417C5B88839}">
      <dsp:nvSpPr>
        <dsp:cNvPr id="0" name=""/>
        <dsp:cNvSpPr/>
      </dsp:nvSpPr>
      <dsp:spPr>
        <a:xfrm>
          <a:off x="2255766" y="2107799"/>
          <a:ext cx="1915312" cy="142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Computational Social Science (University of California, Davis)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Python Programming (University of Michigan)</a:t>
          </a:r>
          <a:endParaRPr lang="en-US" sz="1100" kern="1200"/>
        </a:p>
      </dsp:txBody>
      <dsp:txXfrm>
        <a:off x="2255766" y="2107799"/>
        <a:ext cx="1915312" cy="1420539"/>
      </dsp:txXfrm>
    </dsp:sp>
    <dsp:sp modelId="{67B72309-8D28-4DC0-8361-DF72A0EE5252}">
      <dsp:nvSpPr>
        <dsp:cNvPr id="0" name=""/>
        <dsp:cNvSpPr/>
      </dsp:nvSpPr>
      <dsp:spPr>
        <a:xfrm>
          <a:off x="5128734" y="6644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9F727-AC6C-4C7C-9B4C-A3988229B2EB}">
      <dsp:nvSpPr>
        <dsp:cNvPr id="0" name=""/>
        <dsp:cNvSpPr/>
      </dsp:nvSpPr>
      <dsp:spPr>
        <a:xfrm>
          <a:off x="4506258" y="1457972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Academic Librarian @ Federal Polytechnic Ayede</a:t>
          </a:r>
          <a:endParaRPr lang="en-US" sz="1400" kern="1200"/>
        </a:p>
      </dsp:txBody>
      <dsp:txXfrm>
        <a:off x="4506258" y="1457972"/>
        <a:ext cx="1915312" cy="592549"/>
      </dsp:txXfrm>
    </dsp:sp>
    <dsp:sp modelId="{703BC0E2-6BCC-48D2-9143-982DDFC9F2A2}">
      <dsp:nvSpPr>
        <dsp:cNvPr id="0" name=""/>
        <dsp:cNvSpPr/>
      </dsp:nvSpPr>
      <dsp:spPr>
        <a:xfrm>
          <a:off x="4506258" y="2107799"/>
          <a:ext cx="1915312" cy="142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BAB9FC-C855-49BF-9D80-CB60D0A654F4}">
      <dsp:nvSpPr>
        <dsp:cNvPr id="0" name=""/>
        <dsp:cNvSpPr/>
      </dsp:nvSpPr>
      <dsp:spPr>
        <a:xfrm>
          <a:off x="7379227" y="6644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62021-E72F-4FC9-9358-E87451A47CF1}">
      <dsp:nvSpPr>
        <dsp:cNvPr id="0" name=""/>
        <dsp:cNvSpPr/>
      </dsp:nvSpPr>
      <dsp:spPr>
        <a:xfrm>
          <a:off x="6756750" y="1457972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Back to School (M.Sc. Applied Data Science) 2026</a:t>
          </a:r>
          <a:endParaRPr lang="en-US" sz="1400" kern="1200"/>
        </a:p>
      </dsp:txBody>
      <dsp:txXfrm>
        <a:off x="6756750" y="1457972"/>
        <a:ext cx="1915312" cy="592549"/>
      </dsp:txXfrm>
    </dsp:sp>
    <dsp:sp modelId="{DBF60AC8-294A-4EC7-BB9F-74BFAFC3C2B9}">
      <dsp:nvSpPr>
        <dsp:cNvPr id="0" name=""/>
        <dsp:cNvSpPr/>
      </dsp:nvSpPr>
      <dsp:spPr>
        <a:xfrm>
          <a:off x="6756750" y="2107799"/>
          <a:ext cx="1915312" cy="142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CF5AC-F6FA-4BA8-A68A-0A12609CB84A}">
      <dsp:nvSpPr>
        <dsp:cNvPr id="0" name=""/>
        <dsp:cNvSpPr/>
      </dsp:nvSpPr>
      <dsp:spPr>
        <a:xfrm>
          <a:off x="9629719" y="6644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1F239-7350-45F6-B1B2-873F35289CB2}">
      <dsp:nvSpPr>
        <dsp:cNvPr id="0" name=""/>
        <dsp:cNvSpPr/>
      </dsp:nvSpPr>
      <dsp:spPr>
        <a:xfrm>
          <a:off x="9007242" y="1457972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Awards and Recognitions:</a:t>
          </a:r>
          <a:endParaRPr lang="en-US" sz="1400" kern="1200"/>
        </a:p>
      </dsp:txBody>
      <dsp:txXfrm>
        <a:off x="9007242" y="1457972"/>
        <a:ext cx="1915312" cy="592549"/>
      </dsp:txXfrm>
    </dsp:sp>
    <dsp:sp modelId="{779605BE-BA8D-460C-A6A6-006D3DBA86E3}">
      <dsp:nvSpPr>
        <dsp:cNvPr id="0" name=""/>
        <dsp:cNvSpPr/>
      </dsp:nvSpPr>
      <dsp:spPr>
        <a:xfrm>
          <a:off x="9007242" y="2107799"/>
          <a:ext cx="1915312" cy="142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2024 Fellow, Society for Scholarly Publishing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2025 Fellow, NISO Global Online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Tony Ruff Power BI Award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2026 Accenture ExpoTees/Talent Best Data Science Presenter</a:t>
          </a:r>
          <a:endParaRPr lang="en-US" sz="1100" kern="1200"/>
        </a:p>
      </dsp:txBody>
      <dsp:txXfrm>
        <a:off x="9007242" y="2107799"/>
        <a:ext cx="1915312" cy="1420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F4A38-CD53-4679-BAAF-3882C5E4113A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8E64A-4C60-4EDE-A2E4-C3E850F6CE9E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Library Data</a:t>
          </a:r>
          <a:endParaRPr lang="en-US" sz="3100" kern="1200"/>
        </a:p>
      </dsp:txBody>
      <dsp:txXfrm>
        <a:off x="0" y="675"/>
        <a:ext cx="6291714" cy="789912"/>
      </dsp:txXfrm>
    </dsp:sp>
    <dsp:sp modelId="{F53E2BF9-188E-4C35-8D03-E03111F2DE44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B2469-8F02-4DDB-AA8D-E1A43C1BB530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Data Manipulation</a:t>
          </a:r>
          <a:endParaRPr lang="en-US" sz="3100" kern="1200"/>
        </a:p>
      </dsp:txBody>
      <dsp:txXfrm>
        <a:off x="0" y="790587"/>
        <a:ext cx="6291714" cy="789912"/>
      </dsp:txXfrm>
    </dsp:sp>
    <dsp:sp modelId="{0F94A73E-6DFB-4BF1-A863-701CEA41C5E8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F534E-211C-436C-BA14-982C169E5B67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Explorative Data Analysis</a:t>
          </a:r>
          <a:endParaRPr lang="en-US" sz="3100" kern="1200"/>
        </a:p>
      </dsp:txBody>
      <dsp:txXfrm>
        <a:off x="0" y="1580499"/>
        <a:ext cx="6291714" cy="789912"/>
      </dsp:txXfrm>
    </dsp:sp>
    <dsp:sp modelId="{965D21CE-993C-4AEB-9AB3-5018B595B55E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CE17E-8DCC-436A-9B10-B4C6F8B8F68C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Data Modeling &amp; Transformation</a:t>
          </a:r>
          <a:endParaRPr lang="en-US" sz="3100" kern="1200"/>
        </a:p>
      </dsp:txBody>
      <dsp:txXfrm>
        <a:off x="0" y="2370411"/>
        <a:ext cx="6291714" cy="789912"/>
      </dsp:txXfrm>
    </dsp:sp>
    <dsp:sp modelId="{CCF2583C-A2C4-4C28-BBE7-E3FC42DB578E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296F0-807C-450E-AB18-A7088AA59FDA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Dashboard Design &amp; Storytelling</a:t>
          </a:r>
          <a:endParaRPr lang="en-US" sz="3100" kern="1200"/>
        </a:p>
      </dsp:txBody>
      <dsp:txXfrm>
        <a:off x="0" y="3160323"/>
        <a:ext cx="6291714" cy="789912"/>
      </dsp:txXfrm>
    </dsp:sp>
    <dsp:sp modelId="{43571B30-B496-4025-A419-923DD45FD83C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1F0C-4B19-4798-904D-BA81DD91B8B4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Advanced Analytics &amp; Coding</a:t>
          </a:r>
          <a:endParaRPr lang="en-US" sz="3100" kern="1200"/>
        </a:p>
      </dsp:txBody>
      <dsp:txXfrm>
        <a:off x="0" y="3950235"/>
        <a:ext cx="6291714" cy="789912"/>
      </dsp:txXfrm>
    </dsp:sp>
    <dsp:sp modelId="{F9AA2410-4E47-4F81-8528-3A13F267E1C6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3E551-F134-4F8D-B6C7-EAF1BE5885ED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AI Integration &amp; Strategic Reporting</a:t>
          </a:r>
          <a:endParaRPr lang="en-US" sz="3100" kern="1200"/>
        </a:p>
      </dsp:txBody>
      <dsp:txXfrm>
        <a:off x="0" y="4740147"/>
        <a:ext cx="6291714" cy="789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0EAF2-3184-4CF6-84B9-518638E565A6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Microsoft Excel</a:t>
          </a:r>
          <a:endParaRPr lang="en-US" sz="4100" kern="1200"/>
        </a:p>
      </dsp:txBody>
      <dsp:txXfrm>
        <a:off x="28038" y="28038"/>
        <a:ext cx="7298593" cy="901218"/>
      </dsp:txXfrm>
    </dsp:sp>
    <dsp:sp modelId="{30DEA766-3295-47AD-B66B-6DC0D781028A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Power BI</a:t>
          </a:r>
          <a:endParaRPr lang="en-US" sz="4100" kern="1200"/>
        </a:p>
      </dsp:txBody>
      <dsp:txXfrm>
        <a:off x="732583" y="1159385"/>
        <a:ext cx="7029617" cy="901218"/>
      </dsp:txXfrm>
    </dsp:sp>
    <dsp:sp modelId="{512A51EF-15C8-4915-9A6C-719DCFC7A968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Python and/or SQL</a:t>
          </a:r>
          <a:endParaRPr lang="en-US" sz="4100" kern="1200"/>
        </a:p>
      </dsp:txBody>
      <dsp:txXfrm>
        <a:off x="1426612" y="2290733"/>
        <a:ext cx="7040133" cy="901218"/>
      </dsp:txXfrm>
    </dsp:sp>
    <dsp:sp modelId="{AFA6249D-5F45-4040-B446-3D292B514957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JavaScript and d3js</a:t>
          </a:r>
          <a:endParaRPr lang="en-US" sz="4100" kern="1200"/>
        </a:p>
      </dsp:txBody>
      <dsp:txXfrm>
        <a:off x="2131157" y="3422081"/>
        <a:ext cx="7029617" cy="901218"/>
      </dsp:txXfrm>
    </dsp:sp>
    <dsp:sp modelId="{ECF0D2B5-7B42-4469-8354-710DDB41718C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91716628-8FAF-4083-9259-C007A21B34DA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C2F47FF3-28CE-4B63-AD88-FCB804CF0FE0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5AF1-70C0-73AA-2B6F-517D0ACFE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3C542-DAB9-3548-F6FA-D9710EA8E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CEBEA-A035-97E0-9605-7D3B35BE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4E61-4FB1-C210-C129-39BBF580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1A038-3334-0265-7AF0-F512278C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5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FCDE-A94B-E15A-62A9-3B069717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D5D4-0474-8ACE-4F10-E85BFC0C7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57333-A298-25D7-B9BB-091DFE77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CA742-E830-7328-CCF9-7B30388C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C828-BD2E-7211-4F37-09E4DC9D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8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5AEE-E78E-FF36-59F5-A9812C1B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819AC-28CD-4B94-6B3F-4E31CDF20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7F47E-38B3-1A4C-F23F-4FD098BE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32B56-0FB7-A87B-6B3B-D26E89EA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F7C3-24FC-2D9B-3B81-CE16509B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5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E5E1-8EFF-31E5-32CF-2D5262D6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051F8-B2E4-8B44-9A73-DDCBE743C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CC1C0-9C48-672C-E455-1656AD72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2DBD4-86F9-39F1-68BD-EB367B2B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83C2-8DBD-8570-1673-21FCD39F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0A63D-28B1-6509-0EC1-8BBBE8DF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3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BE30-60E0-7F23-FD85-91C20730B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CFD47-CEC7-B2D2-6573-7173B03BD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A276E-3AA0-4E77-885D-D20FE2118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16C6A-7E2D-7000-CE39-163C929EC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A3D41-6390-4627-F85C-44C8F87B8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AFF40-3B77-91D4-A5FC-4BD5D1B7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5D6BB-F2F3-CA34-F999-92F6A9A6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AF2F8-D4E5-F42F-392B-9F136DF9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112-A6D1-DBE2-EB6B-476D22D4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6FB1-BF15-98E6-A97B-B137281E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B4918-D3EF-518F-78F8-9A180C10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495DF-1199-A6A2-1789-CA3A8D85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32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F5ED9-F753-128C-8BDC-85C9C404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4C9DA-7522-6457-0E9F-8C69261E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3132C-6911-2C45-6B37-7C57DE95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24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D3E2-2352-AC80-DA40-EF7E46CF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252A-1C05-0497-91D2-8B8C4AFD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02B7D-2EE4-023F-B218-40AB65429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22FE1-E83E-3F52-EF46-D75EA564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19BDD-0D2E-5B92-77A3-9AB7D158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0B12B-59CF-F7DB-39ED-E54DC69B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08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73A0-FEC3-E132-A87C-AF26A40E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F696D-CA1D-BBD5-10F2-FB60DC968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D229C-0250-677E-343D-C0438DDC1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925D1-E242-27CC-C531-AE3D0E8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EC530-CE99-24A1-D10A-D72781C4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76964-8004-C29B-59E7-7CD46116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2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7CCF-D0AD-9AA4-670A-A6553CED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9CB18-AD69-D661-218F-2FAB60599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C33B-1AA9-D9D3-D734-625BFDB2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6BB36-9C74-73E0-107F-80BC1357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D685-B06B-6ECA-9B65-19BEE1F0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47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6BBBA-672D-1D16-6C39-289ECEB22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C218F-A2E8-81CD-2D03-18BA1D084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42642-03F5-8827-227B-3432E55C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1C27-6288-DBDD-67E0-5F2FF7C7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7A88-0276-2936-C854-EBC744F4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64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A5B7B-7D7C-7CF6-74DB-92F29756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3662A-C421-69FA-FB02-1AF51970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33D73-0124-B46B-09C4-28008B704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A06FA-CF31-4A95-AC11-87C47C013A0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486B2-72C1-FABF-6257-91F2F7CE2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9693B-8B11-72EA-72D4-59EF73CCF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F2CB7-A1D1-44C6-AE91-4B0492DF1D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6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jabuka/LibraryXAfrica-Library_Data_Analysis_and_Managemen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E71E7B78-6F58-0895-5A94-AD7296D448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583" b="23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2EE53-0FB3-9332-1AAD-9D9CFEE26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860" y="149942"/>
            <a:ext cx="11709678" cy="290051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Library Data Analysis &amp; Management Course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94842-F838-3472-5818-317A949E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859" y="3200401"/>
            <a:ext cx="11709677" cy="3411413"/>
          </a:xfrm>
        </p:spPr>
        <p:txBody>
          <a:bodyPr>
            <a:normAutofit/>
          </a:bodyPr>
          <a:lstStyle/>
          <a:p>
            <a:endParaRPr lang="en-GB" sz="600" b="1" dirty="0">
              <a:solidFill>
                <a:srgbClr val="FFFFFF"/>
              </a:solidFill>
            </a:endParaRPr>
          </a:p>
          <a:p>
            <a:endParaRPr lang="en-GB" sz="600" b="1" dirty="0">
              <a:solidFill>
                <a:srgbClr val="FFFFFF"/>
              </a:solidFill>
            </a:endParaRPr>
          </a:p>
          <a:p>
            <a:r>
              <a:rPr lang="en-GB" sz="4000" b="1" dirty="0">
                <a:solidFill>
                  <a:srgbClr val="FFFFFF"/>
                </a:solidFill>
              </a:rPr>
              <a:t>Introductory Class</a:t>
            </a:r>
            <a:endParaRPr lang="en-GB" sz="600" b="1" dirty="0">
              <a:solidFill>
                <a:srgbClr val="FFFFFF"/>
              </a:solidFill>
            </a:endParaRPr>
          </a:p>
          <a:p>
            <a:endParaRPr lang="en-GB" sz="600" dirty="0">
              <a:solidFill>
                <a:srgbClr val="FFFFFF"/>
              </a:solidFill>
            </a:endParaRPr>
          </a:p>
          <a:p>
            <a:r>
              <a:rPr lang="en-GB" sz="2800" dirty="0">
                <a:solidFill>
                  <a:srgbClr val="FFFFFF"/>
                </a:solidFill>
              </a:rPr>
              <a:t>by</a:t>
            </a:r>
          </a:p>
          <a:p>
            <a:endParaRPr lang="en-GB" sz="2800" dirty="0">
              <a:solidFill>
                <a:srgbClr val="FFFFFF"/>
              </a:solidFill>
            </a:endParaRPr>
          </a:p>
          <a:p>
            <a:r>
              <a:rPr lang="en-GB" sz="2800" dirty="0">
                <a:solidFill>
                  <a:srgbClr val="FFFFFF"/>
                </a:solidFill>
              </a:rPr>
              <a:t>Jesubukade Ajakaye</a:t>
            </a:r>
          </a:p>
        </p:txBody>
      </p:sp>
    </p:spTree>
    <p:extLst>
      <p:ext uri="{BB962C8B-B14F-4D97-AF65-F5344CB8AC3E}">
        <p14:creationId xmlns:p14="http://schemas.microsoft.com/office/powerpoint/2010/main" val="2290847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394C4-3BB6-B2D8-846F-86E98C35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A bit about me…</a:t>
            </a: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4A54D5F8-693B-2874-ED5C-8D0EBCC55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9070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765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4F835-1539-F85A-BA67-AA7254EB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GB" dirty="0"/>
              <a:t>A few Important Info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DC5C-CA5D-97D2-BCA5-3AAB408B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Course page: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2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FD645-1499-4294-FEFD-2E4659E14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Module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FB3AD-1496-283D-77C4-47D61B017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23138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333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4F32BF-B85D-CE28-30EE-C6145CA4CE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AA37B-B556-348C-B6A7-62DADB74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Tools/Requirement</a:t>
            </a: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1039C20-CB1F-7BD1-8B2B-C61654FE6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5077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18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5CAA-C235-9214-BCF8-E49B07DB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would you like to see in the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B2238-34F4-4475-4B3C-779A393A6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605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ACB65-74FE-24E2-535B-A370C5BF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31734-8E6F-7941-0B3B-6CDF3215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77" y="270393"/>
            <a:ext cx="4977976" cy="82169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Approach to Teaching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4CDC-92DD-62D9-80BF-7A77C5AA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2091"/>
            <a:ext cx="6541477" cy="5150287"/>
          </a:xfrm>
        </p:spPr>
        <p:txBody>
          <a:bodyPr anchor="ctr">
            <a:normAutofit/>
          </a:bodyPr>
          <a:lstStyle/>
          <a:p>
            <a:pPr marL="469900" algn="just">
              <a:spcBef>
                <a:spcPts val="1200"/>
              </a:spcBef>
              <a:tabLst>
                <a:tab pos="4291330" algn="l"/>
              </a:tabLst>
            </a:pPr>
            <a:r>
              <a:rPr lang="en-GB" sz="1800" spc="-15" dirty="0">
                <a:solidFill>
                  <a:schemeClr val="tx2"/>
                </a:solidFill>
                <a:cs typeface="Calibri"/>
              </a:rPr>
              <a:t>Each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session</a:t>
            </a:r>
            <a:r>
              <a:rPr lang="en-GB" sz="1800" spc="25" dirty="0">
                <a:solidFill>
                  <a:schemeClr val="tx2"/>
                </a:solidFill>
                <a:cs typeface="Calibri"/>
              </a:rPr>
              <a:t>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will</a:t>
            </a:r>
            <a:r>
              <a:rPr lang="en-GB" sz="1800" spc="15" dirty="0">
                <a:solidFill>
                  <a:schemeClr val="tx2"/>
                </a:solidFill>
                <a:cs typeface="Calibri"/>
              </a:rPr>
              <a:t> </a:t>
            </a:r>
            <a:r>
              <a:rPr lang="en-GB" sz="1800" spc="-15" dirty="0">
                <a:solidFill>
                  <a:schemeClr val="tx2"/>
                </a:solidFill>
                <a:cs typeface="Calibri"/>
              </a:rPr>
              <a:t>consist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of lectures</a:t>
            </a:r>
            <a:r>
              <a:rPr lang="en-GB" sz="1800" spc="-10" dirty="0">
                <a:solidFill>
                  <a:schemeClr val="tx2"/>
                </a:solidFill>
                <a:cs typeface="Calibri"/>
              </a:rPr>
              <a:t>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and </a:t>
            </a:r>
            <a:r>
              <a:rPr lang="en-GB" sz="1800" spc="-15" dirty="0">
                <a:solidFill>
                  <a:schemeClr val="tx2"/>
                </a:solidFill>
                <a:cs typeface="Calibri"/>
              </a:rPr>
              <a:t>practical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session (2</a:t>
            </a:r>
            <a:r>
              <a:rPr lang="en-GB" sz="1800" spc="10" dirty="0">
                <a:solidFill>
                  <a:schemeClr val="tx2"/>
                </a:solidFill>
                <a:cs typeface="Calibri"/>
              </a:rPr>
              <a:t> </a:t>
            </a:r>
            <a:r>
              <a:rPr lang="en-GB" sz="1800" spc="-10" dirty="0">
                <a:solidFill>
                  <a:schemeClr val="tx2"/>
                </a:solidFill>
                <a:cs typeface="Calibri"/>
              </a:rPr>
              <a:t>hours).</a:t>
            </a:r>
            <a:endParaRPr lang="en-GB" sz="1800" dirty="0">
              <a:solidFill>
                <a:schemeClr val="tx2"/>
              </a:solidFill>
              <a:cs typeface="Calibri"/>
            </a:endParaRPr>
          </a:p>
          <a:p>
            <a:pPr marL="469900" algn="just">
              <a:spcBef>
                <a:spcPts val="1220"/>
              </a:spcBef>
            </a:pPr>
            <a:r>
              <a:rPr lang="en-GB" sz="1800" spc="-55" dirty="0">
                <a:solidFill>
                  <a:schemeClr val="tx2"/>
                </a:solidFill>
                <a:cs typeface="Calibri"/>
              </a:rPr>
              <a:t>You </a:t>
            </a:r>
            <a:r>
              <a:rPr lang="en-GB" sz="1800" spc="-5" dirty="0">
                <a:solidFill>
                  <a:schemeClr val="tx2"/>
                </a:solidFill>
                <a:cs typeface="Calibri"/>
              </a:rPr>
              <a:t>will </a:t>
            </a:r>
            <a:r>
              <a:rPr lang="en-GB" sz="1800" spc="-10" dirty="0">
                <a:solidFill>
                  <a:schemeClr val="tx2"/>
                </a:solidFill>
                <a:cs typeface="Calibri"/>
              </a:rPr>
              <a:t>be required to do work outside the class-time.</a:t>
            </a:r>
            <a:endParaRPr lang="en-GB" sz="1800" dirty="0">
              <a:solidFill>
                <a:schemeClr val="tx2"/>
              </a:solidFill>
              <a:cs typeface="Calibri"/>
            </a:endParaRPr>
          </a:p>
          <a:p>
            <a:pPr marL="469900" algn="just">
              <a:spcBef>
                <a:spcPts val="1200"/>
              </a:spcBef>
            </a:pPr>
            <a:r>
              <a:rPr lang="en-GB" sz="1800" spc="-15" dirty="0">
                <a:solidFill>
                  <a:schemeClr val="tx2"/>
                </a:solidFill>
                <a:cs typeface="Calibri"/>
              </a:rPr>
              <a:t>Bring pen, paper to each lesson.</a:t>
            </a:r>
          </a:p>
          <a:p>
            <a:pPr marL="469900" algn="just">
              <a:spcBef>
                <a:spcPts val="1200"/>
              </a:spcBef>
            </a:pPr>
            <a:endParaRPr lang="en-GB" sz="1800" spc="-15" dirty="0">
              <a:solidFill>
                <a:schemeClr val="tx2"/>
              </a:solidFill>
              <a:cs typeface="Calibri"/>
            </a:endParaRPr>
          </a:p>
          <a:p>
            <a:pPr marL="241300" indent="0" algn="just">
              <a:spcBef>
                <a:spcPts val="1200"/>
              </a:spcBef>
              <a:buNone/>
            </a:pPr>
            <a:r>
              <a:rPr lang="en-GB" sz="1800" spc="-15" dirty="0">
                <a:solidFill>
                  <a:schemeClr val="tx2"/>
                </a:solidFill>
                <a:cs typeface="Calibri"/>
              </a:rPr>
              <a:t>Even more…</a:t>
            </a:r>
          </a:p>
          <a:p>
            <a:pPr marL="469900" algn="just">
              <a:spcBef>
                <a:spcPts val="1200"/>
              </a:spcBef>
            </a:pPr>
            <a:r>
              <a:rPr lang="en-GB" sz="1800" dirty="0">
                <a:solidFill>
                  <a:schemeClr val="tx2"/>
                </a:solidFill>
              </a:rPr>
              <a:t>You must ensure you complete the practical work every week by working between class\sessions.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56927A2A-305D-BB21-376C-1884D170C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0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FFDAF-B6C3-7F20-89A3-EC4E90D48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0" y="219950"/>
            <a:ext cx="5501693" cy="990891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tx2"/>
                </a:solidFill>
              </a:rPr>
              <a:t>What do you need to do?</a:t>
            </a:r>
          </a:p>
        </p:txBody>
      </p:sp>
      <p:pic>
        <p:nvPicPr>
          <p:cNvPr id="7" name="Graphic 6" descr="Confused Person">
            <a:extLst>
              <a:ext uri="{FF2B5EF4-FFF2-40B4-BE49-F238E27FC236}">
                <a16:creationId xmlns:a16="http://schemas.microsoft.com/office/drawing/2014/main" id="{A25FAB85-F874-4D15-230E-BFB83A0B2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97ED-A44D-2AA0-AAF2-C105E619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39" y="1430792"/>
            <a:ext cx="6005121" cy="4630180"/>
          </a:xfrm>
        </p:spPr>
        <p:txBody>
          <a:bodyPr anchor="ctr">
            <a:normAutofit/>
          </a:bodyPr>
          <a:lstStyle/>
          <a:p>
            <a:pPr algn="just"/>
            <a:r>
              <a:rPr lang="en-GB" sz="2000" dirty="0">
                <a:solidFill>
                  <a:schemeClr val="tx2"/>
                </a:solidFill>
              </a:rPr>
              <a:t>Ask questions (feel free to interrupt me if you need any clarification);</a:t>
            </a:r>
          </a:p>
          <a:p>
            <a:pPr algn="just"/>
            <a:r>
              <a:rPr lang="en-GB" sz="2000" dirty="0">
                <a:solidFill>
                  <a:schemeClr val="tx2"/>
                </a:solidFill>
              </a:rPr>
              <a:t>Interact and be active in your learning (Learning is not a spectator sport!);</a:t>
            </a:r>
          </a:p>
          <a:p>
            <a:pPr algn="just"/>
            <a:r>
              <a:rPr lang="en-GB" sz="2000" dirty="0">
                <a:solidFill>
                  <a:schemeClr val="tx2"/>
                </a:solidFill>
              </a:rPr>
              <a:t>Take responsibility for your learning;</a:t>
            </a:r>
          </a:p>
          <a:p>
            <a:pPr algn="just"/>
            <a:r>
              <a:rPr lang="en-GB" sz="2000" dirty="0">
                <a:solidFill>
                  <a:schemeClr val="tx2"/>
                </a:solidFill>
              </a:rPr>
              <a:t>Solve all exercises;</a:t>
            </a:r>
          </a:p>
          <a:p>
            <a:pPr algn="just"/>
            <a:r>
              <a:rPr lang="en-GB" sz="2000" dirty="0">
                <a:solidFill>
                  <a:schemeClr val="tx2"/>
                </a:solidFill>
              </a:rPr>
              <a:t>Do extra work (check recommended books/videos, etc);</a:t>
            </a:r>
          </a:p>
          <a:p>
            <a:pPr algn="just"/>
            <a:r>
              <a:rPr lang="en-GB" sz="2000" dirty="0">
                <a:solidFill>
                  <a:schemeClr val="tx2"/>
                </a:solidFill>
              </a:rPr>
              <a:t>Respect everyone else.</a:t>
            </a:r>
          </a:p>
          <a:p>
            <a:pPr marL="0" indent="0">
              <a:buNone/>
            </a:pPr>
            <a:endParaRPr lang="en-GB" sz="2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GB" sz="2000" dirty="0">
                <a:solidFill>
                  <a:srgbClr val="FF0000"/>
                </a:solidFill>
              </a:rPr>
              <a:t>Anything bothering you? Struggling?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>
                <a:solidFill>
                  <a:srgbClr val="0070C0"/>
                </a:solidFill>
              </a:rPr>
              <a:t>Contact 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538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9A55-6B84-AB4C-D243-DF86AD76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751052"/>
          </a:xfrm>
        </p:spPr>
        <p:txBody>
          <a:bodyPr anchor="t">
            <a:normAutofit/>
          </a:bodyPr>
          <a:lstStyle/>
          <a:p>
            <a:r>
              <a:rPr lang="en-GB" sz="4000" dirty="0"/>
              <a:t>Note!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2CCAE-C8DE-0D4E-9522-0B88C86A4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Data at Kaggle or other Data repositories</a:t>
            </a:r>
          </a:p>
          <a:p>
            <a:pPr algn="just"/>
            <a:r>
              <a:rPr lang="en-GB" dirty="0"/>
              <a:t>We may not get enough library data for classes</a:t>
            </a:r>
          </a:p>
        </p:txBody>
      </p:sp>
      <p:pic>
        <p:nvPicPr>
          <p:cNvPr id="5" name="Picture 4" descr="A wall covered with sticky notes.">
            <a:extLst>
              <a:ext uri="{FF2B5EF4-FFF2-40B4-BE49-F238E27FC236}">
                <a16:creationId xmlns:a16="http://schemas.microsoft.com/office/drawing/2014/main" id="{1CA0E8CE-ECA4-F61D-4FD0-095440BD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77" r="22488" b="-1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03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5EF30-2373-4308-41EE-E02CBEFA2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dirty="0"/>
              <a:t>Module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BFD2-11C7-8836-10AA-C289B90E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algn="just"/>
            <a:r>
              <a:rPr lang="en-GB" dirty="0"/>
              <a:t>Develop Data Analysis skills to support the services and improve user engagement of your Library using Analytics Tools.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29A6C421-D108-EAC7-4F98-1E40B7ED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7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7CC7B-2608-B19E-5B10-A6315B93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3A9CE-1F98-F6A9-968A-1D96808D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169" y="339795"/>
            <a:ext cx="6468017" cy="1454051"/>
          </a:xfrm>
        </p:spPr>
        <p:txBody>
          <a:bodyPr>
            <a:normAutofit/>
          </a:bodyPr>
          <a:lstStyle/>
          <a:p>
            <a:pPr algn="just"/>
            <a:r>
              <a:rPr lang="en-GB" sz="3300" dirty="0">
                <a:solidFill>
                  <a:schemeClr val="tx2"/>
                </a:solidFill>
              </a:rPr>
              <a:t>POLL: What meeting time will be convenient for you?</a:t>
            </a:r>
          </a:p>
        </p:txBody>
      </p:sp>
      <p:pic>
        <p:nvPicPr>
          <p:cNvPr id="7" name="Graphic 6" descr="Clock">
            <a:extLst>
              <a:ext uri="{FF2B5EF4-FFF2-40B4-BE49-F238E27FC236}">
                <a16:creationId xmlns:a16="http://schemas.microsoft.com/office/drawing/2014/main" id="{1D69C63B-C4FC-222E-74E0-EE3AA9430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820B-8BED-4DFC-0CA3-85A5110E1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133642"/>
            <a:ext cx="4977578" cy="3927330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9am – 11am </a:t>
            </a:r>
          </a:p>
          <a:p>
            <a:r>
              <a:rPr lang="en-GB" sz="2400" dirty="0">
                <a:solidFill>
                  <a:schemeClr val="tx2"/>
                </a:solidFill>
              </a:rPr>
              <a:t>12pm – 2pm</a:t>
            </a:r>
          </a:p>
          <a:p>
            <a:r>
              <a:rPr lang="en-GB" sz="2400" dirty="0">
                <a:solidFill>
                  <a:schemeClr val="tx2"/>
                </a:solidFill>
              </a:rPr>
              <a:t>4pm – 6pm</a:t>
            </a:r>
          </a:p>
          <a:p>
            <a:r>
              <a:rPr lang="en-GB" sz="2400" dirty="0">
                <a:solidFill>
                  <a:schemeClr val="tx2"/>
                </a:solidFill>
              </a:rPr>
              <a:t>5pm – 7pm</a:t>
            </a:r>
          </a:p>
          <a:p>
            <a:r>
              <a:rPr lang="en-GB" sz="2400" dirty="0">
                <a:solidFill>
                  <a:schemeClr val="tx2"/>
                </a:solidFill>
              </a:rPr>
              <a:t>6pm – 8pm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endParaRPr lang="en-GB" sz="24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tx2"/>
                </a:solidFill>
              </a:rPr>
              <a:t>Note all times in GMT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1841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07C7CE1A-5925-5FB6-61B6-ADA90B79FD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6250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2E734-DB38-BDAB-4860-2617C82B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39" y="3678281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0000" b="1" dirty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90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354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Library Data Analysis &amp; Management Course</vt:lpstr>
      <vt:lpstr>A bit about me…</vt:lpstr>
      <vt:lpstr>A few Important Info</vt:lpstr>
      <vt:lpstr>Module Overview</vt:lpstr>
      <vt:lpstr>Tools/Requirement</vt:lpstr>
      <vt:lpstr>What would you like to see in the Course?</vt:lpstr>
      <vt:lpstr>Approach to Teaching</vt:lpstr>
      <vt:lpstr>What do you need to do?</vt:lpstr>
      <vt:lpstr>Note!</vt:lpstr>
      <vt:lpstr>Module Outcome</vt:lpstr>
      <vt:lpstr>POLL: What meeting time will be convenient for you?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Jesubukade Ajakaye</dc:creator>
  <cp:lastModifiedBy>Jesubukade Ajakaye</cp:lastModifiedBy>
  <cp:revision>1</cp:revision>
  <dcterms:created xsi:type="dcterms:W3CDTF">2026-07-22T10:56:13Z</dcterms:created>
  <dcterms:modified xsi:type="dcterms:W3CDTF">2026-07-22T13:02:44Z</dcterms:modified>
</cp:coreProperties>
</file>