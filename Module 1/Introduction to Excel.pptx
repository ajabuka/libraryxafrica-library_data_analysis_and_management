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6C5C0F-A040-444E-B392-EE2CF87429A5}" v="48" dt="2026-08-05T12:52:30.9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ubukade Ajakaye" userId="2984dc69f4d237b3" providerId="LiveId" clId="{5B336FDC-8693-49F7-8112-D04F6DD722B1}"/>
    <pc:docChg chg="undo custSel addSld delSld modSld sldOrd">
      <pc:chgData name="Jesubukade Ajakaye" userId="2984dc69f4d237b3" providerId="LiveId" clId="{5B336FDC-8693-49F7-8112-D04F6DD722B1}" dt="2026-08-05T13:12:12.443" v="780" actId="26606"/>
      <pc:docMkLst>
        <pc:docMk/>
      </pc:docMkLst>
      <pc:sldChg chg="addSp modSp mod setBg">
        <pc:chgData name="Jesubukade Ajakaye" userId="2984dc69f4d237b3" providerId="LiveId" clId="{5B336FDC-8693-49F7-8112-D04F6DD722B1}" dt="2026-08-05T10:29:07.194" v="34" actId="5793"/>
        <pc:sldMkLst>
          <pc:docMk/>
          <pc:sldMk cId="1380059189" sldId="259"/>
        </pc:sldMkLst>
        <pc:spChg chg="mod">
          <ac:chgData name="Jesubukade Ajakaye" userId="2984dc69f4d237b3" providerId="LiveId" clId="{5B336FDC-8693-49F7-8112-D04F6DD722B1}" dt="2026-08-05T10:28:35.866" v="26" actId="26606"/>
          <ac:spMkLst>
            <pc:docMk/>
            <pc:sldMk cId="1380059189" sldId="259"/>
            <ac:spMk id="2" creationId="{B4F80B65-712E-7686-B945-6D36230EAD35}"/>
          </ac:spMkLst>
        </pc:spChg>
        <pc:spChg chg="mod">
          <ac:chgData name="Jesubukade Ajakaye" userId="2984dc69f4d237b3" providerId="LiveId" clId="{5B336FDC-8693-49F7-8112-D04F6DD722B1}" dt="2026-08-05T10:29:07.194" v="34" actId="5793"/>
          <ac:spMkLst>
            <pc:docMk/>
            <pc:sldMk cId="1380059189" sldId="259"/>
            <ac:spMk id="3" creationId="{1AF44731-706F-6441-7CB1-F98098DE44E7}"/>
          </ac:spMkLst>
        </pc:spChg>
        <pc:spChg chg="add">
          <ac:chgData name="Jesubukade Ajakaye" userId="2984dc69f4d237b3" providerId="LiveId" clId="{5B336FDC-8693-49F7-8112-D04F6DD722B1}" dt="2026-08-05T10:28:35.866" v="26" actId="26606"/>
          <ac:spMkLst>
            <pc:docMk/>
            <pc:sldMk cId="1380059189" sldId="259"/>
            <ac:spMk id="9" creationId="{C0763A76-9F1C-4FC5-82B7-DD475DA461B2}"/>
          </ac:spMkLst>
        </pc:spChg>
        <pc:spChg chg="add">
          <ac:chgData name="Jesubukade Ajakaye" userId="2984dc69f4d237b3" providerId="LiveId" clId="{5B336FDC-8693-49F7-8112-D04F6DD722B1}" dt="2026-08-05T10:28:35.866" v="26" actId="26606"/>
          <ac:spMkLst>
            <pc:docMk/>
            <pc:sldMk cId="1380059189" sldId="259"/>
            <ac:spMk id="11" creationId="{E81BF4F6-F2CF-4984-9D14-D6966D92F99F}"/>
          </ac:spMkLst>
        </pc:spChg>
        <pc:picChg chg="add">
          <ac:chgData name="Jesubukade Ajakaye" userId="2984dc69f4d237b3" providerId="LiveId" clId="{5B336FDC-8693-49F7-8112-D04F6DD722B1}" dt="2026-08-05T10:28:35.866" v="26" actId="26606"/>
          <ac:picMkLst>
            <pc:docMk/>
            <pc:sldMk cId="1380059189" sldId="259"/>
            <ac:picMk id="5" creationId="{CF56142E-2FCF-C873-4F31-26AEE3475671}"/>
          </ac:picMkLst>
        </pc:picChg>
      </pc:sldChg>
      <pc:sldChg chg="addSp delSp modSp new mod setBg">
        <pc:chgData name="Jesubukade Ajakaye" userId="2984dc69f4d237b3" providerId="LiveId" clId="{5B336FDC-8693-49F7-8112-D04F6DD722B1}" dt="2026-08-05T10:37:26.737" v="124" actId="26606"/>
        <pc:sldMkLst>
          <pc:docMk/>
          <pc:sldMk cId="1465535855" sldId="260"/>
        </pc:sldMkLst>
        <pc:spChg chg="mod">
          <ac:chgData name="Jesubukade Ajakaye" userId="2984dc69f4d237b3" providerId="LiveId" clId="{5B336FDC-8693-49F7-8112-D04F6DD722B1}" dt="2026-08-05T10:37:26.737" v="124" actId="26606"/>
          <ac:spMkLst>
            <pc:docMk/>
            <pc:sldMk cId="1465535855" sldId="260"/>
            <ac:spMk id="2" creationId="{E609E646-BB04-F10C-1A28-D9B93FF4690D}"/>
          </ac:spMkLst>
        </pc:spChg>
        <pc:spChg chg="del mod">
          <ac:chgData name="Jesubukade Ajakaye" userId="2984dc69f4d237b3" providerId="LiveId" clId="{5B336FDC-8693-49F7-8112-D04F6DD722B1}" dt="2026-08-05T10:37:26.737" v="124" actId="26606"/>
          <ac:spMkLst>
            <pc:docMk/>
            <pc:sldMk cId="1465535855" sldId="260"/>
            <ac:spMk id="3" creationId="{4F36E20F-F1AB-AE00-8096-EAB33B2E36EA}"/>
          </ac:spMkLst>
        </pc:spChg>
        <pc:spChg chg="add">
          <ac:chgData name="Jesubukade Ajakaye" userId="2984dc69f4d237b3" providerId="LiveId" clId="{5B336FDC-8693-49F7-8112-D04F6DD722B1}" dt="2026-08-05T10:37:26.737" v="124" actId="26606"/>
          <ac:spMkLst>
            <pc:docMk/>
            <pc:sldMk cId="1465535855" sldId="260"/>
            <ac:spMk id="9" creationId="{2659FDB4-FCBE-4A89-B46D-43D4FA54464D}"/>
          </ac:spMkLst>
        </pc:spChg>
        <pc:graphicFrameChg chg="add">
          <ac:chgData name="Jesubukade Ajakaye" userId="2984dc69f4d237b3" providerId="LiveId" clId="{5B336FDC-8693-49F7-8112-D04F6DD722B1}" dt="2026-08-05T10:37:26.737" v="124" actId="26606"/>
          <ac:graphicFrameMkLst>
            <pc:docMk/>
            <pc:sldMk cId="1465535855" sldId="260"/>
            <ac:graphicFrameMk id="5" creationId="{4C79D9CF-9645-C67F-A970-0709C3781DBB}"/>
          </ac:graphicFrameMkLst>
        </pc:graphicFrameChg>
        <pc:cxnChg chg="add">
          <ac:chgData name="Jesubukade Ajakaye" userId="2984dc69f4d237b3" providerId="LiveId" clId="{5B336FDC-8693-49F7-8112-D04F6DD722B1}" dt="2026-08-05T10:37:26.737" v="124" actId="26606"/>
          <ac:cxnSpMkLst>
            <pc:docMk/>
            <pc:sldMk cId="1465535855" sldId="260"/>
            <ac:cxnSpMk id="11" creationId="{C8F51B3F-8331-4E4A-AE96-D47B1006EEAD}"/>
          </ac:cxnSpMkLst>
        </pc:cxnChg>
      </pc:sldChg>
      <pc:sldChg chg="addSp delSp modSp new mod setBg">
        <pc:chgData name="Jesubukade Ajakaye" userId="2984dc69f4d237b3" providerId="LiveId" clId="{5B336FDC-8693-49F7-8112-D04F6DD722B1}" dt="2026-08-05T10:46:14.371" v="402" actId="26606"/>
        <pc:sldMkLst>
          <pc:docMk/>
          <pc:sldMk cId="1431636680" sldId="261"/>
        </pc:sldMkLst>
        <pc:spChg chg="mod">
          <ac:chgData name="Jesubukade Ajakaye" userId="2984dc69f4d237b3" providerId="LiveId" clId="{5B336FDC-8693-49F7-8112-D04F6DD722B1}" dt="2026-08-05T10:46:14.371" v="402" actId="26606"/>
          <ac:spMkLst>
            <pc:docMk/>
            <pc:sldMk cId="1431636680" sldId="261"/>
            <ac:spMk id="2" creationId="{802AB6C1-0E26-B451-0CBA-DD6F96E0A0BD}"/>
          </ac:spMkLst>
        </pc:spChg>
        <pc:spChg chg="del mod">
          <ac:chgData name="Jesubukade Ajakaye" userId="2984dc69f4d237b3" providerId="LiveId" clId="{5B336FDC-8693-49F7-8112-D04F6DD722B1}" dt="2026-08-05T10:46:14.371" v="402" actId="26606"/>
          <ac:spMkLst>
            <pc:docMk/>
            <pc:sldMk cId="1431636680" sldId="261"/>
            <ac:spMk id="3" creationId="{60006084-C424-D91D-93AF-BEFFF3E0574A}"/>
          </ac:spMkLst>
        </pc:spChg>
        <pc:spChg chg="add">
          <ac:chgData name="Jesubukade Ajakaye" userId="2984dc69f4d237b3" providerId="LiveId" clId="{5B336FDC-8693-49F7-8112-D04F6DD722B1}" dt="2026-08-05T10:46:14.371" v="402" actId="26606"/>
          <ac:spMkLst>
            <pc:docMk/>
            <pc:sldMk cId="1431636680" sldId="261"/>
            <ac:spMk id="9" creationId="{56E9B3E6-E277-4D68-BA48-9CB43FFBD6E2}"/>
          </ac:spMkLst>
        </pc:spChg>
        <pc:spChg chg="add">
          <ac:chgData name="Jesubukade Ajakaye" userId="2984dc69f4d237b3" providerId="LiveId" clId="{5B336FDC-8693-49F7-8112-D04F6DD722B1}" dt="2026-08-05T10:46:14.371" v="402" actId="26606"/>
          <ac:spMkLst>
            <pc:docMk/>
            <pc:sldMk cId="1431636680" sldId="261"/>
            <ac:spMk id="16" creationId="{D5B0017B-2ECA-49AF-B397-DC140825DF8D}"/>
          </ac:spMkLst>
        </pc:spChg>
        <pc:grpChg chg="add">
          <ac:chgData name="Jesubukade Ajakaye" userId="2984dc69f4d237b3" providerId="LiveId" clId="{5B336FDC-8693-49F7-8112-D04F6DD722B1}" dt="2026-08-05T10:46:14.371" v="402" actId="26606"/>
          <ac:grpSpMkLst>
            <pc:docMk/>
            <pc:sldMk cId="1431636680" sldId="261"/>
            <ac:grpSpMk id="11" creationId="{AE1C45F0-260A-458C-96ED-C1F6D2151219}"/>
          </ac:grpSpMkLst>
        </pc:grpChg>
        <pc:graphicFrameChg chg="add">
          <ac:chgData name="Jesubukade Ajakaye" userId="2984dc69f4d237b3" providerId="LiveId" clId="{5B336FDC-8693-49F7-8112-D04F6DD722B1}" dt="2026-08-05T10:46:14.371" v="402" actId="26606"/>
          <ac:graphicFrameMkLst>
            <pc:docMk/>
            <pc:sldMk cId="1431636680" sldId="261"/>
            <ac:graphicFrameMk id="5" creationId="{1796C579-208D-2C10-435F-CCA18A9816F1}"/>
          </ac:graphicFrameMkLst>
        </pc:graphicFrameChg>
        <pc:cxnChg chg="add">
          <ac:chgData name="Jesubukade Ajakaye" userId="2984dc69f4d237b3" providerId="LiveId" clId="{5B336FDC-8693-49F7-8112-D04F6DD722B1}" dt="2026-08-05T10:46:14.371" v="402" actId="26606"/>
          <ac:cxnSpMkLst>
            <pc:docMk/>
            <pc:sldMk cId="1431636680" sldId="261"/>
            <ac:cxnSpMk id="18" creationId="{6CF1BAF6-AD41-4082-B212-8A1F9A2E8779}"/>
          </ac:cxnSpMkLst>
        </pc:cxnChg>
      </pc:sldChg>
      <pc:sldChg chg="addSp delSp modSp new mod setBg addAnim">
        <pc:chgData name="Jesubukade Ajakaye" userId="2984dc69f4d237b3" providerId="LiveId" clId="{5B336FDC-8693-49F7-8112-D04F6DD722B1}" dt="2026-08-05T10:50:05.681" v="431"/>
        <pc:sldMkLst>
          <pc:docMk/>
          <pc:sldMk cId="4240479990" sldId="262"/>
        </pc:sldMkLst>
        <pc:spChg chg="mod">
          <ac:chgData name="Jesubukade Ajakaye" userId="2984dc69f4d237b3" providerId="LiveId" clId="{5B336FDC-8693-49F7-8112-D04F6DD722B1}" dt="2026-08-05T10:50:05.677" v="430" actId="26606"/>
          <ac:spMkLst>
            <pc:docMk/>
            <pc:sldMk cId="4240479990" sldId="262"/>
            <ac:spMk id="2" creationId="{AD25E911-9037-3209-15DB-9D40F50BF241}"/>
          </ac:spMkLst>
        </pc:spChg>
        <pc:spChg chg="del">
          <ac:chgData name="Jesubukade Ajakaye" userId="2984dc69f4d237b3" providerId="LiveId" clId="{5B336FDC-8693-49F7-8112-D04F6DD722B1}" dt="2026-08-05T10:49:18.120" v="404" actId="478"/>
          <ac:spMkLst>
            <pc:docMk/>
            <pc:sldMk cId="4240479990" sldId="262"/>
            <ac:spMk id="3" creationId="{64292514-247B-1D4A-879F-AA816EDD634D}"/>
          </ac:spMkLst>
        </pc:spChg>
        <pc:spChg chg="add">
          <ac:chgData name="Jesubukade Ajakaye" userId="2984dc69f4d237b3" providerId="LiveId" clId="{5B336FDC-8693-49F7-8112-D04F6DD722B1}" dt="2026-08-05T10:50:05.677" v="430" actId="26606"/>
          <ac:spMkLst>
            <pc:docMk/>
            <pc:sldMk cId="4240479990" sldId="262"/>
            <ac:spMk id="8" creationId="{C8320351-9FA2-4A26-885B-BB8F3E4902D2}"/>
          </ac:spMkLst>
        </pc:spChg>
        <pc:spChg chg="add">
          <ac:chgData name="Jesubukade Ajakaye" userId="2984dc69f4d237b3" providerId="LiveId" clId="{5B336FDC-8693-49F7-8112-D04F6DD722B1}" dt="2026-08-05T10:50:05.677" v="430" actId="26606"/>
          <ac:spMkLst>
            <pc:docMk/>
            <pc:sldMk cId="4240479990" sldId="262"/>
            <ac:spMk id="10" creationId="{68CD2EFB-78C2-4C6E-A6B9-4ED12FAD5B99}"/>
          </ac:spMkLst>
        </pc:spChg>
        <pc:picChg chg="add">
          <ac:chgData name="Jesubukade Ajakaye" userId="2984dc69f4d237b3" providerId="LiveId" clId="{5B336FDC-8693-49F7-8112-D04F6DD722B1}" dt="2026-08-05T10:50:05.677" v="430" actId="26606"/>
          <ac:picMkLst>
            <pc:docMk/>
            <pc:sldMk cId="4240479990" sldId="262"/>
            <ac:picMk id="4" creationId="{B4968B04-1AB5-7DC3-A91D-BFFFE9E8C389}"/>
          </ac:picMkLst>
        </pc:picChg>
      </pc:sldChg>
      <pc:sldChg chg="addSp delSp modSp new mod modTransition modAnim">
        <pc:chgData name="Jesubukade Ajakaye" userId="2984dc69f4d237b3" providerId="LiveId" clId="{5B336FDC-8693-49F7-8112-D04F6DD722B1}" dt="2026-08-05T10:58:59.031" v="466"/>
        <pc:sldMkLst>
          <pc:docMk/>
          <pc:sldMk cId="1386639869" sldId="263"/>
        </pc:sldMkLst>
        <pc:spChg chg="mod">
          <ac:chgData name="Jesubukade Ajakaye" userId="2984dc69f4d237b3" providerId="LiveId" clId="{5B336FDC-8693-49F7-8112-D04F6DD722B1}" dt="2026-08-05T10:50:38.350" v="441" actId="20577"/>
          <ac:spMkLst>
            <pc:docMk/>
            <pc:sldMk cId="1386639869" sldId="263"/>
            <ac:spMk id="2" creationId="{83BBE3D1-705E-81CB-FB00-D5C68C9DD75E}"/>
          </ac:spMkLst>
        </pc:spChg>
        <pc:spChg chg="del mod">
          <ac:chgData name="Jesubukade Ajakaye" userId="2984dc69f4d237b3" providerId="LiveId" clId="{5B336FDC-8693-49F7-8112-D04F6DD722B1}" dt="2026-08-05T10:55:37.381" v="461" actId="26606"/>
          <ac:spMkLst>
            <pc:docMk/>
            <pc:sldMk cId="1386639869" sldId="263"/>
            <ac:spMk id="3" creationId="{68C7C783-AF63-A9E4-E46E-CF68F00924ED}"/>
          </ac:spMkLst>
        </pc:spChg>
        <pc:graphicFrameChg chg="add">
          <ac:chgData name="Jesubukade Ajakaye" userId="2984dc69f4d237b3" providerId="LiveId" clId="{5B336FDC-8693-49F7-8112-D04F6DD722B1}" dt="2026-08-05T10:55:37.381" v="461" actId="26606"/>
          <ac:graphicFrameMkLst>
            <pc:docMk/>
            <pc:sldMk cId="1386639869" sldId="263"/>
            <ac:graphicFrameMk id="5" creationId="{E8ECC3F4-E0B5-A0B4-C212-CD77593B6102}"/>
          </ac:graphicFrameMkLst>
        </pc:graphicFrameChg>
      </pc:sldChg>
      <pc:sldChg chg="modSp add">
        <pc:chgData name="Jesubukade Ajakaye" userId="2984dc69f4d237b3" providerId="LiveId" clId="{5B336FDC-8693-49F7-8112-D04F6DD722B1}" dt="2026-08-05T11:01:30.554" v="471"/>
        <pc:sldMkLst>
          <pc:docMk/>
          <pc:sldMk cId="3390646716" sldId="264"/>
        </pc:sldMkLst>
        <pc:spChg chg="mod">
          <ac:chgData name="Jesubukade Ajakaye" userId="2984dc69f4d237b3" providerId="LiveId" clId="{5B336FDC-8693-49F7-8112-D04F6DD722B1}" dt="2026-08-05T11:01:30.554" v="471"/>
          <ac:spMkLst>
            <pc:docMk/>
            <pc:sldMk cId="3390646716" sldId="264"/>
            <ac:spMk id="2" creationId="{6CFC7B96-B60A-CF3C-C48A-BBC7AEACA3BA}"/>
          </ac:spMkLst>
        </pc:spChg>
        <pc:graphicFrameChg chg="mod">
          <ac:chgData name="Jesubukade Ajakaye" userId="2984dc69f4d237b3" providerId="LiveId" clId="{5B336FDC-8693-49F7-8112-D04F6DD722B1}" dt="2026-08-05T11:01:17.850" v="470"/>
          <ac:graphicFrameMkLst>
            <pc:docMk/>
            <pc:sldMk cId="3390646716" sldId="264"/>
            <ac:graphicFrameMk id="5" creationId="{96BD0FA9-AD5C-AE1B-5EAF-0C527782FDED}"/>
          </ac:graphicFrameMkLst>
        </pc:graphicFrameChg>
      </pc:sldChg>
      <pc:sldChg chg="modSp add del mod">
        <pc:chgData name="Jesubukade Ajakaye" userId="2984dc69f4d237b3" providerId="LiveId" clId="{5B336FDC-8693-49F7-8112-D04F6DD722B1}" dt="2026-08-05T11:35:41.228" v="519" actId="313"/>
        <pc:sldMkLst>
          <pc:docMk/>
          <pc:sldMk cId="2348191149" sldId="265"/>
        </pc:sldMkLst>
        <pc:spChg chg="mod">
          <ac:chgData name="Jesubukade Ajakaye" userId="2984dc69f4d237b3" providerId="LiveId" clId="{5B336FDC-8693-49F7-8112-D04F6DD722B1}" dt="2026-08-05T11:35:41.228" v="519" actId="313"/>
          <ac:spMkLst>
            <pc:docMk/>
            <pc:sldMk cId="2348191149" sldId="265"/>
            <ac:spMk id="2" creationId="{47329B9B-5F80-0E8E-55B7-F2DEB27555DB}"/>
          </ac:spMkLst>
        </pc:spChg>
        <pc:graphicFrameChg chg="mod modGraphic">
          <ac:chgData name="Jesubukade Ajakaye" userId="2984dc69f4d237b3" providerId="LiveId" clId="{5B336FDC-8693-49F7-8112-D04F6DD722B1}" dt="2026-08-05T11:35:18.518" v="497"/>
          <ac:graphicFrameMkLst>
            <pc:docMk/>
            <pc:sldMk cId="2348191149" sldId="265"/>
            <ac:graphicFrameMk id="5" creationId="{EE745590-13AE-4881-0C1D-19F7518C415F}"/>
          </ac:graphicFrameMkLst>
        </pc:graphicFrameChg>
      </pc:sldChg>
      <pc:sldChg chg="add ord">
        <pc:chgData name="Jesubukade Ajakaye" userId="2984dc69f4d237b3" providerId="LiveId" clId="{5B336FDC-8693-49F7-8112-D04F6DD722B1}" dt="2026-08-05T11:37:21.207" v="553"/>
        <pc:sldMkLst>
          <pc:docMk/>
          <pc:sldMk cId="4139798074" sldId="266"/>
        </pc:sldMkLst>
      </pc:sldChg>
      <pc:sldChg chg="modSp add mod addAnim delAnim">
        <pc:chgData name="Jesubukade Ajakaye" userId="2984dc69f4d237b3" providerId="LiveId" clId="{5B336FDC-8693-49F7-8112-D04F6DD722B1}" dt="2026-08-05T11:37:47.466" v="554"/>
        <pc:sldMkLst>
          <pc:docMk/>
          <pc:sldMk cId="1645266589" sldId="267"/>
        </pc:sldMkLst>
        <pc:spChg chg="mod">
          <ac:chgData name="Jesubukade Ajakaye" userId="2984dc69f4d237b3" providerId="LiveId" clId="{5B336FDC-8693-49F7-8112-D04F6DD722B1}" dt="2026-08-05T11:36:04.862" v="521"/>
          <ac:spMkLst>
            <pc:docMk/>
            <pc:sldMk cId="1645266589" sldId="267"/>
            <ac:spMk id="2" creationId="{66939E00-7555-52AB-CC5B-62033D1074DB}"/>
          </ac:spMkLst>
        </pc:spChg>
        <pc:graphicFrameChg chg="mod modGraphic">
          <ac:chgData name="Jesubukade Ajakaye" userId="2984dc69f4d237b3" providerId="LiveId" clId="{5B336FDC-8693-49F7-8112-D04F6DD722B1}" dt="2026-08-05T11:37:47.466" v="554"/>
          <ac:graphicFrameMkLst>
            <pc:docMk/>
            <pc:sldMk cId="1645266589" sldId="267"/>
            <ac:graphicFrameMk id="5" creationId="{D0D3FE91-A2C1-687D-9B0F-2F2BD09AD187}"/>
          </ac:graphicFrameMkLst>
        </pc:graphicFrameChg>
      </pc:sldChg>
      <pc:sldChg chg="modSp add">
        <pc:chgData name="Jesubukade Ajakaye" userId="2984dc69f4d237b3" providerId="LiveId" clId="{5B336FDC-8693-49F7-8112-D04F6DD722B1}" dt="2026-08-05T11:42:17.107" v="559"/>
        <pc:sldMkLst>
          <pc:docMk/>
          <pc:sldMk cId="3221250248" sldId="268"/>
        </pc:sldMkLst>
        <pc:spChg chg="mod">
          <ac:chgData name="Jesubukade Ajakaye" userId="2984dc69f4d237b3" providerId="LiveId" clId="{5B336FDC-8693-49F7-8112-D04F6DD722B1}" dt="2026-08-05T11:42:17.107" v="559"/>
          <ac:spMkLst>
            <pc:docMk/>
            <pc:sldMk cId="3221250248" sldId="268"/>
            <ac:spMk id="2" creationId="{E3E547E0-40CF-30D5-9015-6AC19C5EF07A}"/>
          </ac:spMkLst>
        </pc:spChg>
        <pc:graphicFrameChg chg="mod">
          <ac:chgData name="Jesubukade Ajakaye" userId="2984dc69f4d237b3" providerId="LiveId" clId="{5B336FDC-8693-49F7-8112-D04F6DD722B1}" dt="2026-08-05T11:42:02.251" v="558"/>
          <ac:graphicFrameMkLst>
            <pc:docMk/>
            <pc:sldMk cId="3221250248" sldId="268"/>
            <ac:graphicFrameMk id="5" creationId="{C197DF3D-A0C3-20B8-55DC-B1E6090FDD93}"/>
          </ac:graphicFrameMkLst>
        </pc:graphicFrameChg>
      </pc:sldChg>
      <pc:sldChg chg="addSp delSp modSp new mod setBg">
        <pc:chgData name="Jesubukade Ajakaye" userId="2984dc69f4d237b3" providerId="LiveId" clId="{5B336FDC-8693-49F7-8112-D04F6DD722B1}" dt="2026-08-05T12:40:28.713" v="632" actId="26606"/>
        <pc:sldMkLst>
          <pc:docMk/>
          <pc:sldMk cId="2166576015" sldId="269"/>
        </pc:sldMkLst>
        <pc:spChg chg="mod">
          <ac:chgData name="Jesubukade Ajakaye" userId="2984dc69f4d237b3" providerId="LiveId" clId="{5B336FDC-8693-49F7-8112-D04F6DD722B1}" dt="2026-08-05T12:40:28.713" v="632" actId="26606"/>
          <ac:spMkLst>
            <pc:docMk/>
            <pc:sldMk cId="2166576015" sldId="269"/>
            <ac:spMk id="2" creationId="{9F067154-C0A3-CFE5-1DCC-D012C009EA3B}"/>
          </ac:spMkLst>
        </pc:spChg>
        <pc:spChg chg="add del">
          <ac:chgData name="Jesubukade Ajakaye" userId="2984dc69f4d237b3" providerId="LiveId" clId="{5B336FDC-8693-49F7-8112-D04F6DD722B1}" dt="2026-08-05T12:40:28.713" v="632" actId="26606"/>
          <ac:spMkLst>
            <pc:docMk/>
            <pc:sldMk cId="2166576015" sldId="269"/>
            <ac:spMk id="3" creationId="{F0464045-1424-DD3E-C694-D586E83A66C5}"/>
          </ac:spMkLst>
        </pc:spChg>
        <pc:spChg chg="add">
          <ac:chgData name="Jesubukade Ajakaye" userId="2984dc69f4d237b3" providerId="LiveId" clId="{5B336FDC-8693-49F7-8112-D04F6DD722B1}" dt="2026-08-05T12:40:28.713" v="632" actId="26606"/>
          <ac:spMkLst>
            <pc:docMk/>
            <pc:sldMk cId="2166576015" sldId="269"/>
            <ac:spMk id="9" creationId="{9B7AD9F6-8CE7-4299-8FC6-328F4DCD3FF9}"/>
          </ac:spMkLst>
        </pc:spChg>
        <pc:spChg chg="add">
          <ac:chgData name="Jesubukade Ajakaye" userId="2984dc69f4d237b3" providerId="LiveId" clId="{5B336FDC-8693-49F7-8112-D04F6DD722B1}" dt="2026-08-05T12:40:28.713" v="632" actId="26606"/>
          <ac:spMkLst>
            <pc:docMk/>
            <pc:sldMk cId="2166576015" sldId="269"/>
            <ac:spMk id="11" creationId="{F49775AF-8896-43EE-92C6-83497D6DC56F}"/>
          </ac:spMkLst>
        </pc:spChg>
        <pc:picChg chg="add">
          <ac:chgData name="Jesubukade Ajakaye" userId="2984dc69f4d237b3" providerId="LiveId" clId="{5B336FDC-8693-49F7-8112-D04F6DD722B1}" dt="2026-08-05T12:40:28.713" v="632" actId="26606"/>
          <ac:picMkLst>
            <pc:docMk/>
            <pc:sldMk cId="2166576015" sldId="269"/>
            <ac:picMk id="5" creationId="{E0A80357-D0F2-32FE-1F7C-50891410B8EC}"/>
          </ac:picMkLst>
        </pc:picChg>
      </pc:sldChg>
      <pc:sldChg chg="addSp delSp modSp new mod setBg">
        <pc:chgData name="Jesubukade Ajakaye" userId="2984dc69f4d237b3" providerId="LiveId" clId="{5B336FDC-8693-49F7-8112-D04F6DD722B1}" dt="2026-08-05T13:11:18.153" v="758" actId="26606"/>
        <pc:sldMkLst>
          <pc:docMk/>
          <pc:sldMk cId="1475694568" sldId="270"/>
        </pc:sldMkLst>
        <pc:spChg chg="mod">
          <ac:chgData name="Jesubukade Ajakaye" userId="2984dc69f4d237b3" providerId="LiveId" clId="{5B336FDC-8693-49F7-8112-D04F6DD722B1}" dt="2026-08-05T13:11:18.153" v="758" actId="26606"/>
          <ac:spMkLst>
            <pc:docMk/>
            <pc:sldMk cId="1475694568" sldId="270"/>
            <ac:spMk id="2" creationId="{81A4EE24-5A49-8AB7-07F7-D57BC765373E}"/>
          </ac:spMkLst>
        </pc:spChg>
        <pc:spChg chg="del mod">
          <ac:chgData name="Jesubukade Ajakaye" userId="2984dc69f4d237b3" providerId="LiveId" clId="{5B336FDC-8693-49F7-8112-D04F6DD722B1}" dt="2026-08-05T13:11:18.153" v="758" actId="26606"/>
          <ac:spMkLst>
            <pc:docMk/>
            <pc:sldMk cId="1475694568" sldId="270"/>
            <ac:spMk id="3" creationId="{DBA9B6EF-4315-5CF7-8D7D-0A420CF50C6A}"/>
          </ac:spMkLst>
        </pc:spChg>
        <pc:spChg chg="add del">
          <ac:chgData name="Jesubukade Ajakaye" userId="2984dc69f4d237b3" providerId="LiveId" clId="{5B336FDC-8693-49F7-8112-D04F6DD722B1}" dt="2026-08-05T13:11:18.122" v="757" actId="26606"/>
          <ac:spMkLst>
            <pc:docMk/>
            <pc:sldMk cId="1475694568" sldId="270"/>
            <ac:spMk id="9" creationId="{C0763A76-9F1C-4FC5-82B7-DD475DA461B2}"/>
          </ac:spMkLst>
        </pc:spChg>
        <pc:spChg chg="add del">
          <ac:chgData name="Jesubukade Ajakaye" userId="2984dc69f4d237b3" providerId="LiveId" clId="{5B336FDC-8693-49F7-8112-D04F6DD722B1}" dt="2026-08-05T13:11:18.122" v="757" actId="26606"/>
          <ac:spMkLst>
            <pc:docMk/>
            <pc:sldMk cId="1475694568" sldId="270"/>
            <ac:spMk id="11" creationId="{E81BF4F6-F2CF-4984-9D14-D6966D92F99F}"/>
          </ac:spMkLst>
        </pc:spChg>
        <pc:spChg chg="add">
          <ac:chgData name="Jesubukade Ajakaye" userId="2984dc69f4d237b3" providerId="LiveId" clId="{5B336FDC-8693-49F7-8112-D04F6DD722B1}" dt="2026-08-05T13:11:18.153" v="758" actId="26606"/>
          <ac:spMkLst>
            <pc:docMk/>
            <pc:sldMk cId="1475694568" sldId="270"/>
            <ac:spMk id="13" creationId="{AE2B703B-46F9-481A-A605-82E2A828C4FA}"/>
          </ac:spMkLst>
        </pc:spChg>
        <pc:spChg chg="add">
          <ac:chgData name="Jesubukade Ajakaye" userId="2984dc69f4d237b3" providerId="LiveId" clId="{5B336FDC-8693-49F7-8112-D04F6DD722B1}" dt="2026-08-05T13:11:18.153" v="758" actId="26606"/>
          <ac:spMkLst>
            <pc:docMk/>
            <pc:sldMk cId="1475694568" sldId="270"/>
            <ac:spMk id="14" creationId="{F13BE4D7-0C3D-4906-B230-A1C5B4665CCF}"/>
          </ac:spMkLst>
        </pc:spChg>
        <pc:graphicFrameChg chg="add">
          <ac:chgData name="Jesubukade Ajakaye" userId="2984dc69f4d237b3" providerId="LiveId" clId="{5B336FDC-8693-49F7-8112-D04F6DD722B1}" dt="2026-08-05T13:11:18.153" v="758" actId="26606"/>
          <ac:graphicFrameMkLst>
            <pc:docMk/>
            <pc:sldMk cId="1475694568" sldId="270"/>
            <ac:graphicFrameMk id="15" creationId="{20076CBF-F119-5EF2-0B84-922AD044F063}"/>
          </ac:graphicFrameMkLst>
        </pc:graphicFrameChg>
        <pc:picChg chg="add del">
          <ac:chgData name="Jesubukade Ajakaye" userId="2984dc69f4d237b3" providerId="LiveId" clId="{5B336FDC-8693-49F7-8112-D04F6DD722B1}" dt="2026-08-05T13:11:18.122" v="757" actId="26606"/>
          <ac:picMkLst>
            <pc:docMk/>
            <pc:sldMk cId="1475694568" sldId="270"/>
            <ac:picMk id="5" creationId="{0FDC7F48-570D-E6D7-B14C-5DECD7E9F92A}"/>
          </ac:picMkLst>
        </pc:picChg>
      </pc:sldChg>
      <pc:sldChg chg="addSp delSp modSp new mod setBg">
        <pc:chgData name="Jesubukade Ajakaye" userId="2984dc69f4d237b3" providerId="LiveId" clId="{5B336FDC-8693-49F7-8112-D04F6DD722B1}" dt="2026-08-05T13:12:12.443" v="780" actId="26606"/>
        <pc:sldMkLst>
          <pc:docMk/>
          <pc:sldMk cId="4218842945" sldId="271"/>
        </pc:sldMkLst>
        <pc:spChg chg="mod">
          <ac:chgData name="Jesubukade Ajakaye" userId="2984dc69f4d237b3" providerId="LiveId" clId="{5B336FDC-8693-49F7-8112-D04F6DD722B1}" dt="2026-08-05T13:12:12.443" v="780" actId="26606"/>
          <ac:spMkLst>
            <pc:docMk/>
            <pc:sldMk cId="4218842945" sldId="271"/>
            <ac:spMk id="2" creationId="{32651478-6F21-2E35-3D43-91AA844D2D93}"/>
          </ac:spMkLst>
        </pc:spChg>
        <pc:spChg chg="del">
          <ac:chgData name="Jesubukade Ajakaye" userId="2984dc69f4d237b3" providerId="LiveId" clId="{5B336FDC-8693-49F7-8112-D04F6DD722B1}" dt="2026-08-05T13:11:49.292" v="779" actId="478"/>
          <ac:spMkLst>
            <pc:docMk/>
            <pc:sldMk cId="4218842945" sldId="271"/>
            <ac:spMk id="3" creationId="{64C2C66D-8380-FE72-7249-D74C1DD31749}"/>
          </ac:spMkLst>
        </pc:spChg>
        <pc:spChg chg="add">
          <ac:chgData name="Jesubukade Ajakaye" userId="2984dc69f4d237b3" providerId="LiveId" clId="{5B336FDC-8693-49F7-8112-D04F6DD722B1}" dt="2026-08-05T13:12:12.443" v="780" actId="26606"/>
          <ac:spMkLst>
            <pc:docMk/>
            <pc:sldMk cId="4218842945" sldId="271"/>
            <ac:spMk id="7" creationId="{4522B21E-B2B9-4C72-9A71-C87EFD137480}"/>
          </ac:spMkLst>
        </pc:spChg>
        <pc:spChg chg="add">
          <ac:chgData name="Jesubukade Ajakaye" userId="2984dc69f4d237b3" providerId="LiveId" clId="{5B336FDC-8693-49F7-8112-D04F6DD722B1}" dt="2026-08-05T13:12:12.443" v="780" actId="26606"/>
          <ac:spMkLst>
            <pc:docMk/>
            <pc:sldMk cId="4218842945" sldId="271"/>
            <ac:spMk id="9" creationId="{5EB7D2A2-F448-44D4-938C-DC84CBCB3B1E}"/>
          </ac:spMkLst>
        </pc:spChg>
        <pc:spChg chg="add">
          <ac:chgData name="Jesubukade Ajakaye" userId="2984dc69f4d237b3" providerId="LiveId" clId="{5B336FDC-8693-49F7-8112-D04F6DD722B1}" dt="2026-08-05T13:12:12.443" v="780" actId="26606"/>
          <ac:spMkLst>
            <pc:docMk/>
            <pc:sldMk cId="4218842945" sldId="271"/>
            <ac:spMk id="11" creationId="{871AEA07-1E14-44B4-8E55-64EF049CD66F}"/>
          </ac:spMkLst>
        </pc:spChg>
        <pc:cxnChg chg="add">
          <ac:chgData name="Jesubukade Ajakaye" userId="2984dc69f4d237b3" providerId="LiveId" clId="{5B336FDC-8693-49F7-8112-D04F6DD722B1}" dt="2026-08-05T13:12:12.443" v="780" actId="26606"/>
          <ac:cxnSpMkLst>
            <pc:docMk/>
            <pc:sldMk cId="4218842945" sldId="271"/>
            <ac:cxnSpMk id="13" creationId="{F7C8EA93-3210-4C62-99E9-153C275E3A87}"/>
          </ac:cxnSpMkLst>
        </pc:cxn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ata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0C9F74-597C-48FC-AE4C-FF82339D97B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6DF144F-8095-4788-8866-8F455007D3AE}">
      <dgm:prSet/>
      <dgm:spPr/>
      <dgm:t>
        <a:bodyPr/>
        <a:lstStyle/>
        <a:p>
          <a:r>
            <a:rPr lang="en-GB" b="1"/>
            <a:t>Transactional Data:</a:t>
          </a:r>
          <a:r>
            <a:rPr lang="en-GB"/>
            <a:t> Checkouts, renewals, acquisitions, and physical gate counts.</a:t>
          </a:r>
          <a:endParaRPr lang="en-US"/>
        </a:p>
      </dgm:t>
    </dgm:pt>
    <dgm:pt modelId="{50E6C0A1-09CD-4CD3-9BB3-EE06F5919BA0}" type="parTrans" cxnId="{BD6E55F1-BA55-4156-BB23-D19981935003}">
      <dgm:prSet/>
      <dgm:spPr/>
      <dgm:t>
        <a:bodyPr/>
        <a:lstStyle/>
        <a:p>
          <a:endParaRPr lang="en-US"/>
        </a:p>
      </dgm:t>
    </dgm:pt>
    <dgm:pt modelId="{3D5DC0BA-3368-4D4A-BC77-062EA507BBB3}" type="sibTrans" cxnId="{BD6E55F1-BA55-4156-BB23-D19981935003}">
      <dgm:prSet/>
      <dgm:spPr/>
      <dgm:t>
        <a:bodyPr/>
        <a:lstStyle/>
        <a:p>
          <a:endParaRPr lang="en-US"/>
        </a:p>
      </dgm:t>
    </dgm:pt>
    <dgm:pt modelId="{6995F710-082B-4036-8FE6-02C24F98CD03}">
      <dgm:prSet/>
      <dgm:spPr/>
      <dgm:t>
        <a:bodyPr/>
        <a:lstStyle/>
        <a:p>
          <a:r>
            <a:rPr lang="en-GB" b="1"/>
            <a:t>Usage &amp; Analytics Data:</a:t>
          </a:r>
          <a:r>
            <a:rPr lang="en-GB"/>
            <a:t> Electronic resource logins, database queries, website traffic, and COUNTER reports.</a:t>
          </a:r>
          <a:endParaRPr lang="en-US"/>
        </a:p>
      </dgm:t>
    </dgm:pt>
    <dgm:pt modelId="{E95C156A-C05A-496B-BC26-7237A89A3239}" type="parTrans" cxnId="{F5D87EF6-4431-43CD-850B-D46139B6A160}">
      <dgm:prSet/>
      <dgm:spPr/>
      <dgm:t>
        <a:bodyPr/>
        <a:lstStyle/>
        <a:p>
          <a:endParaRPr lang="en-US"/>
        </a:p>
      </dgm:t>
    </dgm:pt>
    <dgm:pt modelId="{5CBEF2EE-2523-4EE1-AD41-A234639B59D5}" type="sibTrans" cxnId="{F5D87EF6-4431-43CD-850B-D46139B6A160}">
      <dgm:prSet/>
      <dgm:spPr/>
      <dgm:t>
        <a:bodyPr/>
        <a:lstStyle/>
        <a:p>
          <a:endParaRPr lang="en-US"/>
        </a:p>
      </dgm:t>
    </dgm:pt>
    <dgm:pt modelId="{70195093-DC68-4B14-814B-EF71D41A1A74}">
      <dgm:prSet/>
      <dgm:spPr/>
      <dgm:t>
        <a:bodyPr/>
        <a:lstStyle/>
        <a:p>
          <a:r>
            <a:rPr lang="en-GB" b="1"/>
            <a:t>Interaction Data:</a:t>
          </a:r>
          <a:r>
            <a:rPr lang="en-GB"/>
            <a:t> Reference query logs, orientation/library programme attendance numbers, and patron feedback surveys.</a:t>
          </a:r>
          <a:endParaRPr lang="en-US"/>
        </a:p>
      </dgm:t>
    </dgm:pt>
    <dgm:pt modelId="{E9840653-BA9F-46E5-9E99-9257AAD3F182}" type="parTrans" cxnId="{2A6AA248-1FA3-45D6-9202-39E0C8D72224}">
      <dgm:prSet/>
      <dgm:spPr/>
      <dgm:t>
        <a:bodyPr/>
        <a:lstStyle/>
        <a:p>
          <a:endParaRPr lang="en-US"/>
        </a:p>
      </dgm:t>
    </dgm:pt>
    <dgm:pt modelId="{5010D91F-6AA9-48C3-A694-6AFAEDE0323F}" type="sibTrans" cxnId="{2A6AA248-1FA3-45D6-9202-39E0C8D72224}">
      <dgm:prSet/>
      <dgm:spPr/>
      <dgm:t>
        <a:bodyPr/>
        <a:lstStyle/>
        <a:p>
          <a:endParaRPr lang="en-US"/>
        </a:p>
      </dgm:t>
    </dgm:pt>
    <dgm:pt modelId="{E8F8E60B-03D4-4A8F-8A0A-CADDC636A243}">
      <dgm:prSet/>
      <dgm:spPr/>
      <dgm:t>
        <a:bodyPr/>
        <a:lstStyle/>
        <a:p>
          <a:r>
            <a:rPr lang="en-GB" b="1"/>
            <a:t>Administrative Data:</a:t>
          </a:r>
          <a:r>
            <a:rPr lang="en-GB"/>
            <a:t> Budget allocations, cataloguing turnaround times, and metadata records.</a:t>
          </a:r>
          <a:endParaRPr lang="en-US"/>
        </a:p>
      </dgm:t>
    </dgm:pt>
    <dgm:pt modelId="{F00F1C26-C8E7-465F-82D1-EFDB06B0761B}" type="parTrans" cxnId="{A8D7B5ED-CAC3-408F-9A36-8FF882561747}">
      <dgm:prSet/>
      <dgm:spPr/>
      <dgm:t>
        <a:bodyPr/>
        <a:lstStyle/>
        <a:p>
          <a:endParaRPr lang="en-US"/>
        </a:p>
      </dgm:t>
    </dgm:pt>
    <dgm:pt modelId="{419D6BBB-18CB-4886-B13C-DE4FA67CE139}" type="sibTrans" cxnId="{A8D7B5ED-CAC3-408F-9A36-8FF882561747}">
      <dgm:prSet/>
      <dgm:spPr/>
      <dgm:t>
        <a:bodyPr/>
        <a:lstStyle/>
        <a:p>
          <a:endParaRPr lang="en-US"/>
        </a:p>
      </dgm:t>
    </dgm:pt>
    <dgm:pt modelId="{B529C328-F0BC-4913-8172-C0045CA79C4B}" type="pres">
      <dgm:prSet presAssocID="{C10C9F74-597C-48FC-AE4C-FF82339D97B3}" presName="root" presStyleCnt="0">
        <dgm:presLayoutVars>
          <dgm:dir/>
          <dgm:resizeHandles val="exact"/>
        </dgm:presLayoutVars>
      </dgm:prSet>
      <dgm:spPr/>
    </dgm:pt>
    <dgm:pt modelId="{A6B4A134-DD19-4B92-8F5C-9A10A9C7C1C8}" type="pres">
      <dgm:prSet presAssocID="{06DF144F-8095-4788-8866-8F455007D3AE}" presName="compNode" presStyleCnt="0"/>
      <dgm:spPr/>
    </dgm:pt>
    <dgm:pt modelId="{81A04682-2F0D-423B-A704-169879630088}" type="pres">
      <dgm:prSet presAssocID="{06DF144F-8095-4788-8866-8F455007D3AE}" presName="bgRect" presStyleLbl="bgShp" presStyleIdx="0" presStyleCnt="4"/>
      <dgm:spPr/>
    </dgm:pt>
    <dgm:pt modelId="{EFEA1901-ED70-43E6-B94F-B2C5A1DDD619}" type="pres">
      <dgm:prSet presAssocID="{06DF144F-8095-4788-8866-8F455007D3A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DE06B71A-DCFD-469F-9B41-AF4DCC32297A}" type="pres">
      <dgm:prSet presAssocID="{06DF144F-8095-4788-8866-8F455007D3AE}" presName="spaceRect" presStyleCnt="0"/>
      <dgm:spPr/>
    </dgm:pt>
    <dgm:pt modelId="{6C61E03F-F427-4A33-9148-D057C6FB3DE2}" type="pres">
      <dgm:prSet presAssocID="{06DF144F-8095-4788-8866-8F455007D3AE}" presName="parTx" presStyleLbl="revTx" presStyleIdx="0" presStyleCnt="4">
        <dgm:presLayoutVars>
          <dgm:chMax val="0"/>
          <dgm:chPref val="0"/>
        </dgm:presLayoutVars>
      </dgm:prSet>
      <dgm:spPr/>
    </dgm:pt>
    <dgm:pt modelId="{5BC94E59-6895-45E6-8BC6-3955DA66C094}" type="pres">
      <dgm:prSet presAssocID="{3D5DC0BA-3368-4D4A-BC77-062EA507BBB3}" presName="sibTrans" presStyleCnt="0"/>
      <dgm:spPr/>
    </dgm:pt>
    <dgm:pt modelId="{4C891B28-B328-462F-B64B-5F28773C8903}" type="pres">
      <dgm:prSet presAssocID="{6995F710-082B-4036-8FE6-02C24F98CD03}" presName="compNode" presStyleCnt="0"/>
      <dgm:spPr/>
    </dgm:pt>
    <dgm:pt modelId="{EB193C32-E1B0-4817-BEF3-566645E668D6}" type="pres">
      <dgm:prSet presAssocID="{6995F710-082B-4036-8FE6-02C24F98CD03}" presName="bgRect" presStyleLbl="bgShp" presStyleIdx="1" presStyleCnt="4"/>
      <dgm:spPr/>
    </dgm:pt>
    <dgm:pt modelId="{67C4C521-E35C-4A83-B11E-F2A8D50DB0FF}" type="pres">
      <dgm:prSet presAssocID="{6995F710-082B-4036-8FE6-02C24F98CD0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A1DB926-04B8-4014-A641-54D8E36AD448}" type="pres">
      <dgm:prSet presAssocID="{6995F710-082B-4036-8FE6-02C24F98CD03}" presName="spaceRect" presStyleCnt="0"/>
      <dgm:spPr/>
    </dgm:pt>
    <dgm:pt modelId="{441AC4B7-6946-4515-B3C3-B7EAD6570F04}" type="pres">
      <dgm:prSet presAssocID="{6995F710-082B-4036-8FE6-02C24F98CD03}" presName="parTx" presStyleLbl="revTx" presStyleIdx="1" presStyleCnt="4">
        <dgm:presLayoutVars>
          <dgm:chMax val="0"/>
          <dgm:chPref val="0"/>
        </dgm:presLayoutVars>
      </dgm:prSet>
      <dgm:spPr/>
    </dgm:pt>
    <dgm:pt modelId="{AEE037E9-63CC-43AA-9C21-B282473C01AC}" type="pres">
      <dgm:prSet presAssocID="{5CBEF2EE-2523-4EE1-AD41-A234639B59D5}" presName="sibTrans" presStyleCnt="0"/>
      <dgm:spPr/>
    </dgm:pt>
    <dgm:pt modelId="{90160A82-DFC5-4BA2-84B4-963ED3F9CC2B}" type="pres">
      <dgm:prSet presAssocID="{70195093-DC68-4B14-814B-EF71D41A1A74}" presName="compNode" presStyleCnt="0"/>
      <dgm:spPr/>
    </dgm:pt>
    <dgm:pt modelId="{95DF62CE-9ADC-44BE-86A9-2BCCBB089EFF}" type="pres">
      <dgm:prSet presAssocID="{70195093-DC68-4B14-814B-EF71D41A1A74}" presName="bgRect" presStyleLbl="bgShp" presStyleIdx="2" presStyleCnt="4"/>
      <dgm:spPr/>
    </dgm:pt>
    <dgm:pt modelId="{635D67E4-8F3D-41D9-BC08-58DAE65E9EAA}" type="pres">
      <dgm:prSet presAssocID="{70195093-DC68-4B14-814B-EF71D41A1A7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7F8689A5-E7BE-4B7C-96A9-B5947A3F782F}" type="pres">
      <dgm:prSet presAssocID="{70195093-DC68-4B14-814B-EF71D41A1A74}" presName="spaceRect" presStyleCnt="0"/>
      <dgm:spPr/>
    </dgm:pt>
    <dgm:pt modelId="{DB732BE3-6E77-473F-8E47-762C5BF56679}" type="pres">
      <dgm:prSet presAssocID="{70195093-DC68-4B14-814B-EF71D41A1A74}" presName="parTx" presStyleLbl="revTx" presStyleIdx="2" presStyleCnt="4">
        <dgm:presLayoutVars>
          <dgm:chMax val="0"/>
          <dgm:chPref val="0"/>
        </dgm:presLayoutVars>
      </dgm:prSet>
      <dgm:spPr/>
    </dgm:pt>
    <dgm:pt modelId="{C6CD81E4-D890-4D2E-B645-59EE0A6DED9B}" type="pres">
      <dgm:prSet presAssocID="{5010D91F-6AA9-48C3-A694-6AFAEDE0323F}" presName="sibTrans" presStyleCnt="0"/>
      <dgm:spPr/>
    </dgm:pt>
    <dgm:pt modelId="{A6C4C641-6CD3-4F6D-9A36-82BE278C8AD1}" type="pres">
      <dgm:prSet presAssocID="{E8F8E60B-03D4-4A8F-8A0A-CADDC636A243}" presName="compNode" presStyleCnt="0"/>
      <dgm:spPr/>
    </dgm:pt>
    <dgm:pt modelId="{69C958CE-62BB-4806-AD4A-48C6BCDE88D5}" type="pres">
      <dgm:prSet presAssocID="{E8F8E60B-03D4-4A8F-8A0A-CADDC636A243}" presName="bgRect" presStyleLbl="bgShp" presStyleIdx="3" presStyleCnt="4"/>
      <dgm:spPr/>
    </dgm:pt>
    <dgm:pt modelId="{3DB61361-1CC0-4713-B6A7-D8318521CAB1}" type="pres">
      <dgm:prSet presAssocID="{E8F8E60B-03D4-4A8F-8A0A-CADDC636A24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5B9CE43B-4768-425C-B579-E4B1D33FCB81}" type="pres">
      <dgm:prSet presAssocID="{E8F8E60B-03D4-4A8F-8A0A-CADDC636A243}" presName="spaceRect" presStyleCnt="0"/>
      <dgm:spPr/>
    </dgm:pt>
    <dgm:pt modelId="{5AF418C0-B8F2-4291-9683-D87AE972425E}" type="pres">
      <dgm:prSet presAssocID="{E8F8E60B-03D4-4A8F-8A0A-CADDC636A24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928D22D-3676-4158-9869-3DB6D809ECDC}" type="presOf" srcId="{06DF144F-8095-4788-8866-8F455007D3AE}" destId="{6C61E03F-F427-4A33-9148-D057C6FB3DE2}" srcOrd="0" destOrd="0" presId="urn:microsoft.com/office/officeart/2018/2/layout/IconVerticalSolidList"/>
    <dgm:cxn modelId="{2A6AA248-1FA3-45D6-9202-39E0C8D72224}" srcId="{C10C9F74-597C-48FC-AE4C-FF82339D97B3}" destId="{70195093-DC68-4B14-814B-EF71D41A1A74}" srcOrd="2" destOrd="0" parTransId="{E9840653-BA9F-46E5-9E99-9257AAD3F182}" sibTransId="{5010D91F-6AA9-48C3-A694-6AFAEDE0323F}"/>
    <dgm:cxn modelId="{CFEF2983-384E-4280-B70C-8D201182942C}" type="presOf" srcId="{70195093-DC68-4B14-814B-EF71D41A1A74}" destId="{DB732BE3-6E77-473F-8E47-762C5BF56679}" srcOrd="0" destOrd="0" presId="urn:microsoft.com/office/officeart/2018/2/layout/IconVerticalSolidList"/>
    <dgm:cxn modelId="{A33E3EB9-22C9-4E12-A891-BD607F951CD2}" type="presOf" srcId="{E8F8E60B-03D4-4A8F-8A0A-CADDC636A243}" destId="{5AF418C0-B8F2-4291-9683-D87AE972425E}" srcOrd="0" destOrd="0" presId="urn:microsoft.com/office/officeart/2018/2/layout/IconVerticalSolidList"/>
    <dgm:cxn modelId="{379BB0D1-E1C8-4F37-9D52-A4C6AB9B7225}" type="presOf" srcId="{C10C9F74-597C-48FC-AE4C-FF82339D97B3}" destId="{B529C328-F0BC-4913-8172-C0045CA79C4B}" srcOrd="0" destOrd="0" presId="urn:microsoft.com/office/officeart/2018/2/layout/IconVerticalSolidList"/>
    <dgm:cxn modelId="{A8D7B5ED-CAC3-408F-9A36-8FF882561747}" srcId="{C10C9F74-597C-48FC-AE4C-FF82339D97B3}" destId="{E8F8E60B-03D4-4A8F-8A0A-CADDC636A243}" srcOrd="3" destOrd="0" parTransId="{F00F1C26-C8E7-465F-82D1-EFDB06B0761B}" sibTransId="{419D6BBB-18CB-4886-B13C-DE4FA67CE139}"/>
    <dgm:cxn modelId="{BD6E55F1-BA55-4156-BB23-D19981935003}" srcId="{C10C9F74-597C-48FC-AE4C-FF82339D97B3}" destId="{06DF144F-8095-4788-8866-8F455007D3AE}" srcOrd="0" destOrd="0" parTransId="{50E6C0A1-09CD-4CD3-9BB3-EE06F5919BA0}" sibTransId="{3D5DC0BA-3368-4D4A-BC77-062EA507BBB3}"/>
    <dgm:cxn modelId="{F5D87EF6-4431-43CD-850B-D46139B6A160}" srcId="{C10C9F74-597C-48FC-AE4C-FF82339D97B3}" destId="{6995F710-082B-4036-8FE6-02C24F98CD03}" srcOrd="1" destOrd="0" parTransId="{E95C156A-C05A-496B-BC26-7237A89A3239}" sibTransId="{5CBEF2EE-2523-4EE1-AD41-A234639B59D5}"/>
    <dgm:cxn modelId="{CB0ECAFE-0116-4383-A236-267587F224A0}" type="presOf" srcId="{6995F710-082B-4036-8FE6-02C24F98CD03}" destId="{441AC4B7-6946-4515-B3C3-B7EAD6570F04}" srcOrd="0" destOrd="0" presId="urn:microsoft.com/office/officeart/2018/2/layout/IconVerticalSolidList"/>
    <dgm:cxn modelId="{C7998171-D51B-4485-B0CF-9E160AA59FBC}" type="presParOf" srcId="{B529C328-F0BC-4913-8172-C0045CA79C4B}" destId="{A6B4A134-DD19-4B92-8F5C-9A10A9C7C1C8}" srcOrd="0" destOrd="0" presId="urn:microsoft.com/office/officeart/2018/2/layout/IconVerticalSolidList"/>
    <dgm:cxn modelId="{977986B5-6E47-4D50-AC2E-7C6558508948}" type="presParOf" srcId="{A6B4A134-DD19-4B92-8F5C-9A10A9C7C1C8}" destId="{81A04682-2F0D-423B-A704-169879630088}" srcOrd="0" destOrd="0" presId="urn:microsoft.com/office/officeart/2018/2/layout/IconVerticalSolidList"/>
    <dgm:cxn modelId="{5322B340-33A7-431A-9EA9-503A2036426F}" type="presParOf" srcId="{A6B4A134-DD19-4B92-8F5C-9A10A9C7C1C8}" destId="{EFEA1901-ED70-43E6-B94F-B2C5A1DDD619}" srcOrd="1" destOrd="0" presId="urn:microsoft.com/office/officeart/2018/2/layout/IconVerticalSolidList"/>
    <dgm:cxn modelId="{A2D071BA-072D-4CD0-B813-E13F65050A3F}" type="presParOf" srcId="{A6B4A134-DD19-4B92-8F5C-9A10A9C7C1C8}" destId="{DE06B71A-DCFD-469F-9B41-AF4DCC32297A}" srcOrd="2" destOrd="0" presId="urn:microsoft.com/office/officeart/2018/2/layout/IconVerticalSolidList"/>
    <dgm:cxn modelId="{4C0E68C5-41E9-4297-8F44-5E19AD248FFE}" type="presParOf" srcId="{A6B4A134-DD19-4B92-8F5C-9A10A9C7C1C8}" destId="{6C61E03F-F427-4A33-9148-D057C6FB3DE2}" srcOrd="3" destOrd="0" presId="urn:microsoft.com/office/officeart/2018/2/layout/IconVerticalSolidList"/>
    <dgm:cxn modelId="{E8BEAD9E-DA3B-4F99-A59F-50224EEEF584}" type="presParOf" srcId="{B529C328-F0BC-4913-8172-C0045CA79C4B}" destId="{5BC94E59-6895-45E6-8BC6-3955DA66C094}" srcOrd="1" destOrd="0" presId="urn:microsoft.com/office/officeart/2018/2/layout/IconVerticalSolidList"/>
    <dgm:cxn modelId="{338B5721-0DA0-4E96-80F4-2DD5E5B2D500}" type="presParOf" srcId="{B529C328-F0BC-4913-8172-C0045CA79C4B}" destId="{4C891B28-B328-462F-B64B-5F28773C8903}" srcOrd="2" destOrd="0" presId="urn:microsoft.com/office/officeart/2018/2/layout/IconVerticalSolidList"/>
    <dgm:cxn modelId="{2AD26C30-A66F-4F4B-BC09-796C652979A1}" type="presParOf" srcId="{4C891B28-B328-462F-B64B-5F28773C8903}" destId="{EB193C32-E1B0-4817-BEF3-566645E668D6}" srcOrd="0" destOrd="0" presId="urn:microsoft.com/office/officeart/2018/2/layout/IconVerticalSolidList"/>
    <dgm:cxn modelId="{12E68350-FB57-49B4-A58C-FA4589CB7B56}" type="presParOf" srcId="{4C891B28-B328-462F-B64B-5F28773C8903}" destId="{67C4C521-E35C-4A83-B11E-F2A8D50DB0FF}" srcOrd="1" destOrd="0" presId="urn:microsoft.com/office/officeart/2018/2/layout/IconVerticalSolidList"/>
    <dgm:cxn modelId="{6B686811-6622-48A0-95B5-040B7266EF30}" type="presParOf" srcId="{4C891B28-B328-462F-B64B-5F28773C8903}" destId="{8A1DB926-04B8-4014-A641-54D8E36AD448}" srcOrd="2" destOrd="0" presId="urn:microsoft.com/office/officeart/2018/2/layout/IconVerticalSolidList"/>
    <dgm:cxn modelId="{639C1270-1F7C-4175-B95D-A034B1E4F351}" type="presParOf" srcId="{4C891B28-B328-462F-B64B-5F28773C8903}" destId="{441AC4B7-6946-4515-B3C3-B7EAD6570F04}" srcOrd="3" destOrd="0" presId="urn:microsoft.com/office/officeart/2018/2/layout/IconVerticalSolidList"/>
    <dgm:cxn modelId="{3DA97350-F3E5-4510-B822-3A3267AFF7EE}" type="presParOf" srcId="{B529C328-F0BC-4913-8172-C0045CA79C4B}" destId="{AEE037E9-63CC-43AA-9C21-B282473C01AC}" srcOrd="3" destOrd="0" presId="urn:microsoft.com/office/officeart/2018/2/layout/IconVerticalSolidList"/>
    <dgm:cxn modelId="{CAD2C9BC-47FF-4366-8D84-906428EC1013}" type="presParOf" srcId="{B529C328-F0BC-4913-8172-C0045CA79C4B}" destId="{90160A82-DFC5-4BA2-84B4-963ED3F9CC2B}" srcOrd="4" destOrd="0" presId="urn:microsoft.com/office/officeart/2018/2/layout/IconVerticalSolidList"/>
    <dgm:cxn modelId="{1FB75623-7B16-49E9-9325-EE30A547F607}" type="presParOf" srcId="{90160A82-DFC5-4BA2-84B4-963ED3F9CC2B}" destId="{95DF62CE-9ADC-44BE-86A9-2BCCBB089EFF}" srcOrd="0" destOrd="0" presId="urn:microsoft.com/office/officeart/2018/2/layout/IconVerticalSolidList"/>
    <dgm:cxn modelId="{8A292B20-8DA2-4D96-8C19-7A52DCFB987B}" type="presParOf" srcId="{90160A82-DFC5-4BA2-84B4-963ED3F9CC2B}" destId="{635D67E4-8F3D-41D9-BC08-58DAE65E9EAA}" srcOrd="1" destOrd="0" presId="urn:microsoft.com/office/officeart/2018/2/layout/IconVerticalSolidList"/>
    <dgm:cxn modelId="{D2C8EF71-19AE-4F2A-91EC-E79320D3A9D4}" type="presParOf" srcId="{90160A82-DFC5-4BA2-84B4-963ED3F9CC2B}" destId="{7F8689A5-E7BE-4B7C-96A9-B5947A3F782F}" srcOrd="2" destOrd="0" presId="urn:microsoft.com/office/officeart/2018/2/layout/IconVerticalSolidList"/>
    <dgm:cxn modelId="{0E0311CC-C2E1-4DE4-9C2E-BA20A677E8B8}" type="presParOf" srcId="{90160A82-DFC5-4BA2-84B4-963ED3F9CC2B}" destId="{DB732BE3-6E77-473F-8E47-762C5BF56679}" srcOrd="3" destOrd="0" presId="urn:microsoft.com/office/officeart/2018/2/layout/IconVerticalSolidList"/>
    <dgm:cxn modelId="{277E4BBB-D670-43C5-983C-E5B1D1FFA0ED}" type="presParOf" srcId="{B529C328-F0BC-4913-8172-C0045CA79C4B}" destId="{C6CD81E4-D890-4D2E-B645-59EE0A6DED9B}" srcOrd="5" destOrd="0" presId="urn:microsoft.com/office/officeart/2018/2/layout/IconVerticalSolidList"/>
    <dgm:cxn modelId="{23E6D0DF-7713-4291-B085-D2656723754E}" type="presParOf" srcId="{B529C328-F0BC-4913-8172-C0045CA79C4B}" destId="{A6C4C641-6CD3-4F6D-9A36-82BE278C8AD1}" srcOrd="6" destOrd="0" presId="urn:microsoft.com/office/officeart/2018/2/layout/IconVerticalSolidList"/>
    <dgm:cxn modelId="{31953729-27F1-41D0-AA4B-4E476B34BF3B}" type="presParOf" srcId="{A6C4C641-6CD3-4F6D-9A36-82BE278C8AD1}" destId="{69C958CE-62BB-4806-AD4A-48C6BCDE88D5}" srcOrd="0" destOrd="0" presId="urn:microsoft.com/office/officeart/2018/2/layout/IconVerticalSolidList"/>
    <dgm:cxn modelId="{1FF53018-4B07-499F-B6EE-212FE2FB64F7}" type="presParOf" srcId="{A6C4C641-6CD3-4F6D-9A36-82BE278C8AD1}" destId="{3DB61361-1CC0-4713-B6A7-D8318521CAB1}" srcOrd="1" destOrd="0" presId="urn:microsoft.com/office/officeart/2018/2/layout/IconVerticalSolidList"/>
    <dgm:cxn modelId="{BE9CDFFA-5756-4C97-8AF4-332488B6BDFD}" type="presParOf" srcId="{A6C4C641-6CD3-4F6D-9A36-82BE278C8AD1}" destId="{5B9CE43B-4768-425C-B579-E4B1D33FCB81}" srcOrd="2" destOrd="0" presId="urn:microsoft.com/office/officeart/2018/2/layout/IconVerticalSolidList"/>
    <dgm:cxn modelId="{CCEED85D-EA0A-4BDF-8B3A-F7EE8B28F2C0}" type="presParOf" srcId="{A6C4C641-6CD3-4F6D-9A36-82BE278C8AD1}" destId="{5AF418C0-B8F2-4291-9683-D87AE972425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81C08A-0035-4D30-84DE-5958BEA35694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664CEA6-B482-45EE-842A-A434128921E4}">
      <dgm:prSet/>
      <dgm:spPr/>
      <dgm:t>
        <a:bodyPr/>
        <a:lstStyle/>
        <a:p>
          <a:r>
            <a:rPr lang="en-GB"/>
            <a:t>While Libraries are non-profit, they are established to impact and impart the wider society. Hence, there is need to quantify and continue to measure its impact viz-a-viz the goals of its establishment.</a:t>
          </a:r>
          <a:endParaRPr lang="en-US"/>
        </a:p>
      </dgm:t>
    </dgm:pt>
    <dgm:pt modelId="{0FB68EDC-E441-40D3-A26F-16263FDB05A8}" type="parTrans" cxnId="{2E2F5EFB-E497-4C66-95B9-596360D05590}">
      <dgm:prSet/>
      <dgm:spPr/>
      <dgm:t>
        <a:bodyPr/>
        <a:lstStyle/>
        <a:p>
          <a:endParaRPr lang="en-US"/>
        </a:p>
      </dgm:t>
    </dgm:pt>
    <dgm:pt modelId="{9F06780D-C9AB-4A39-B305-03FAF4F55CE8}" type="sibTrans" cxnId="{2E2F5EFB-E497-4C66-95B9-596360D05590}">
      <dgm:prSet/>
      <dgm:spPr/>
      <dgm:t>
        <a:bodyPr/>
        <a:lstStyle/>
        <a:p>
          <a:endParaRPr lang="en-US"/>
        </a:p>
      </dgm:t>
    </dgm:pt>
    <dgm:pt modelId="{28341692-2A71-45A3-BCBC-A0CFDB719421}">
      <dgm:prSet/>
      <dgm:spPr/>
      <dgm:t>
        <a:bodyPr/>
        <a:lstStyle/>
        <a:p>
          <a:r>
            <a:rPr lang="en-GB" dirty="0"/>
            <a:t>When collected and processed, this raw data transforms into actionable intelligence that helps librarians make informed decisions, optimize services, and demonstrate value to stakeholders.</a:t>
          </a:r>
          <a:endParaRPr lang="en-US" dirty="0"/>
        </a:p>
      </dgm:t>
    </dgm:pt>
    <dgm:pt modelId="{EC6722C3-A940-4380-99DC-4ACD1268AD9B}" type="parTrans" cxnId="{C0E39A3C-42D9-44BF-B121-6B39A480119D}">
      <dgm:prSet/>
      <dgm:spPr/>
      <dgm:t>
        <a:bodyPr/>
        <a:lstStyle/>
        <a:p>
          <a:endParaRPr lang="en-US"/>
        </a:p>
      </dgm:t>
    </dgm:pt>
    <dgm:pt modelId="{0C7E2F5F-5E3E-4E4E-B173-E92D78442704}" type="sibTrans" cxnId="{C0E39A3C-42D9-44BF-B121-6B39A480119D}">
      <dgm:prSet/>
      <dgm:spPr/>
      <dgm:t>
        <a:bodyPr/>
        <a:lstStyle/>
        <a:p>
          <a:endParaRPr lang="en-US"/>
        </a:p>
      </dgm:t>
    </dgm:pt>
    <dgm:pt modelId="{2ADF3839-99D9-4B73-B4BE-DBDFC7A897BB}" type="pres">
      <dgm:prSet presAssocID="{5781C08A-0035-4D30-84DE-5958BEA3569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D755354-1F38-4161-8CB1-C30D211F6919}" type="pres">
      <dgm:prSet presAssocID="{D664CEA6-B482-45EE-842A-A434128921E4}" presName="hierRoot1" presStyleCnt="0"/>
      <dgm:spPr/>
    </dgm:pt>
    <dgm:pt modelId="{B7A225BB-BF2C-4C70-8CC4-DFE92E5BB93E}" type="pres">
      <dgm:prSet presAssocID="{D664CEA6-B482-45EE-842A-A434128921E4}" presName="composite" presStyleCnt="0"/>
      <dgm:spPr/>
    </dgm:pt>
    <dgm:pt modelId="{296C224A-1A03-4690-8C55-1F2DDA9ADDE4}" type="pres">
      <dgm:prSet presAssocID="{D664CEA6-B482-45EE-842A-A434128921E4}" presName="background" presStyleLbl="node0" presStyleIdx="0" presStyleCnt="2"/>
      <dgm:spPr/>
    </dgm:pt>
    <dgm:pt modelId="{19DBDF6C-9B0F-47E6-9A14-17827DA45B0A}" type="pres">
      <dgm:prSet presAssocID="{D664CEA6-B482-45EE-842A-A434128921E4}" presName="text" presStyleLbl="fgAcc0" presStyleIdx="0" presStyleCnt="2">
        <dgm:presLayoutVars>
          <dgm:chPref val="3"/>
        </dgm:presLayoutVars>
      </dgm:prSet>
      <dgm:spPr/>
    </dgm:pt>
    <dgm:pt modelId="{22503FD9-8391-4780-A588-B135F4920523}" type="pres">
      <dgm:prSet presAssocID="{D664CEA6-B482-45EE-842A-A434128921E4}" presName="hierChild2" presStyleCnt="0"/>
      <dgm:spPr/>
    </dgm:pt>
    <dgm:pt modelId="{CFF6AE62-87FC-4F6D-AF5F-7FE20713F5C3}" type="pres">
      <dgm:prSet presAssocID="{28341692-2A71-45A3-BCBC-A0CFDB719421}" presName="hierRoot1" presStyleCnt="0"/>
      <dgm:spPr/>
    </dgm:pt>
    <dgm:pt modelId="{C9CA443F-60AD-4518-90EC-99B9CE7DF82B}" type="pres">
      <dgm:prSet presAssocID="{28341692-2A71-45A3-BCBC-A0CFDB719421}" presName="composite" presStyleCnt="0"/>
      <dgm:spPr/>
    </dgm:pt>
    <dgm:pt modelId="{B155CA18-B1E4-486E-B692-CC80C9DE117D}" type="pres">
      <dgm:prSet presAssocID="{28341692-2A71-45A3-BCBC-A0CFDB719421}" presName="background" presStyleLbl="node0" presStyleIdx="1" presStyleCnt="2"/>
      <dgm:spPr/>
    </dgm:pt>
    <dgm:pt modelId="{8D8C60A4-2975-42EB-A4CE-A867F4A2D3AC}" type="pres">
      <dgm:prSet presAssocID="{28341692-2A71-45A3-BCBC-A0CFDB719421}" presName="text" presStyleLbl="fgAcc0" presStyleIdx="1" presStyleCnt="2">
        <dgm:presLayoutVars>
          <dgm:chPref val="3"/>
        </dgm:presLayoutVars>
      </dgm:prSet>
      <dgm:spPr/>
    </dgm:pt>
    <dgm:pt modelId="{05496046-F8EF-4430-A7AD-A9BF557B5929}" type="pres">
      <dgm:prSet presAssocID="{28341692-2A71-45A3-BCBC-A0CFDB719421}" presName="hierChild2" presStyleCnt="0"/>
      <dgm:spPr/>
    </dgm:pt>
  </dgm:ptLst>
  <dgm:cxnLst>
    <dgm:cxn modelId="{8407CA1F-8520-45DD-8196-8601B14D2203}" type="presOf" srcId="{D664CEA6-B482-45EE-842A-A434128921E4}" destId="{19DBDF6C-9B0F-47E6-9A14-17827DA45B0A}" srcOrd="0" destOrd="0" presId="urn:microsoft.com/office/officeart/2005/8/layout/hierarchy1"/>
    <dgm:cxn modelId="{C0E39A3C-42D9-44BF-B121-6B39A480119D}" srcId="{5781C08A-0035-4D30-84DE-5958BEA35694}" destId="{28341692-2A71-45A3-BCBC-A0CFDB719421}" srcOrd="1" destOrd="0" parTransId="{EC6722C3-A940-4380-99DC-4ACD1268AD9B}" sibTransId="{0C7E2F5F-5E3E-4E4E-B173-E92D78442704}"/>
    <dgm:cxn modelId="{72B1C163-79AA-4008-9D08-D062016CB1E9}" type="presOf" srcId="{5781C08A-0035-4D30-84DE-5958BEA35694}" destId="{2ADF3839-99D9-4B73-B4BE-DBDFC7A897BB}" srcOrd="0" destOrd="0" presId="urn:microsoft.com/office/officeart/2005/8/layout/hierarchy1"/>
    <dgm:cxn modelId="{9F1C6592-356D-48AE-9362-CD728B00818D}" type="presOf" srcId="{28341692-2A71-45A3-BCBC-A0CFDB719421}" destId="{8D8C60A4-2975-42EB-A4CE-A867F4A2D3AC}" srcOrd="0" destOrd="0" presId="urn:microsoft.com/office/officeart/2005/8/layout/hierarchy1"/>
    <dgm:cxn modelId="{2E2F5EFB-E497-4C66-95B9-596360D05590}" srcId="{5781C08A-0035-4D30-84DE-5958BEA35694}" destId="{D664CEA6-B482-45EE-842A-A434128921E4}" srcOrd="0" destOrd="0" parTransId="{0FB68EDC-E441-40D3-A26F-16263FDB05A8}" sibTransId="{9F06780D-C9AB-4A39-B305-03FAF4F55CE8}"/>
    <dgm:cxn modelId="{254BA1B6-B444-4507-B751-5080C2649579}" type="presParOf" srcId="{2ADF3839-99D9-4B73-B4BE-DBDFC7A897BB}" destId="{AD755354-1F38-4161-8CB1-C30D211F6919}" srcOrd="0" destOrd="0" presId="urn:microsoft.com/office/officeart/2005/8/layout/hierarchy1"/>
    <dgm:cxn modelId="{A38F6CC3-D15D-4FCD-BDD0-45CF3D9C8D0F}" type="presParOf" srcId="{AD755354-1F38-4161-8CB1-C30D211F6919}" destId="{B7A225BB-BF2C-4C70-8CC4-DFE92E5BB93E}" srcOrd="0" destOrd="0" presId="urn:microsoft.com/office/officeart/2005/8/layout/hierarchy1"/>
    <dgm:cxn modelId="{9D34BB86-1602-48C6-A480-34D5BFFBCBDF}" type="presParOf" srcId="{B7A225BB-BF2C-4C70-8CC4-DFE92E5BB93E}" destId="{296C224A-1A03-4690-8C55-1F2DDA9ADDE4}" srcOrd="0" destOrd="0" presId="urn:microsoft.com/office/officeart/2005/8/layout/hierarchy1"/>
    <dgm:cxn modelId="{2DCF5053-09DE-41BC-A295-576F2476E222}" type="presParOf" srcId="{B7A225BB-BF2C-4C70-8CC4-DFE92E5BB93E}" destId="{19DBDF6C-9B0F-47E6-9A14-17827DA45B0A}" srcOrd="1" destOrd="0" presId="urn:microsoft.com/office/officeart/2005/8/layout/hierarchy1"/>
    <dgm:cxn modelId="{E46ABFA2-E7B9-4C5C-91B8-8E972BC44F1C}" type="presParOf" srcId="{AD755354-1F38-4161-8CB1-C30D211F6919}" destId="{22503FD9-8391-4780-A588-B135F4920523}" srcOrd="1" destOrd="0" presId="urn:microsoft.com/office/officeart/2005/8/layout/hierarchy1"/>
    <dgm:cxn modelId="{FD961EAD-3959-412E-942E-F65223A98DF1}" type="presParOf" srcId="{2ADF3839-99D9-4B73-B4BE-DBDFC7A897BB}" destId="{CFF6AE62-87FC-4F6D-AF5F-7FE20713F5C3}" srcOrd="1" destOrd="0" presId="urn:microsoft.com/office/officeart/2005/8/layout/hierarchy1"/>
    <dgm:cxn modelId="{1A9D86B6-DC91-440B-A492-5E7CD3BC6FDF}" type="presParOf" srcId="{CFF6AE62-87FC-4F6D-AF5F-7FE20713F5C3}" destId="{C9CA443F-60AD-4518-90EC-99B9CE7DF82B}" srcOrd="0" destOrd="0" presId="urn:microsoft.com/office/officeart/2005/8/layout/hierarchy1"/>
    <dgm:cxn modelId="{BD2A9DC5-B825-46CD-B336-B8A9D09AECFB}" type="presParOf" srcId="{C9CA443F-60AD-4518-90EC-99B9CE7DF82B}" destId="{B155CA18-B1E4-486E-B692-CC80C9DE117D}" srcOrd="0" destOrd="0" presId="urn:microsoft.com/office/officeart/2005/8/layout/hierarchy1"/>
    <dgm:cxn modelId="{B97F2E6A-0D55-4189-B88F-62546A0109A9}" type="presParOf" srcId="{C9CA443F-60AD-4518-90EC-99B9CE7DF82B}" destId="{8D8C60A4-2975-42EB-A4CE-A867F4A2D3AC}" srcOrd="1" destOrd="0" presId="urn:microsoft.com/office/officeart/2005/8/layout/hierarchy1"/>
    <dgm:cxn modelId="{4C3A8773-3801-4EB8-A66F-1E35DD16BB7D}" type="presParOf" srcId="{CFF6AE62-87FC-4F6D-AF5F-7FE20713F5C3}" destId="{05496046-F8EF-4430-A7AD-A9BF557B592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1A274E2-F0EC-4B05-89A3-BB8716443E6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E76AFB-0408-43C8-A411-166CC5DB5AE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Daily Operation / Activity</a:t>
          </a:r>
          <a:r>
            <a:rPr lang="en-GB" dirty="0"/>
            <a:t>: Book checkouts, renewals, returns, gate counts</a:t>
          </a:r>
          <a:endParaRPr lang="en-US" dirty="0"/>
        </a:p>
      </dgm:t>
    </dgm:pt>
    <dgm:pt modelId="{272E3500-7F1F-4343-BB9D-7239BA66A2B8}" type="parTrans" cxnId="{940650FA-DDED-4156-A325-02F77DFD7496}">
      <dgm:prSet/>
      <dgm:spPr/>
      <dgm:t>
        <a:bodyPr/>
        <a:lstStyle/>
        <a:p>
          <a:endParaRPr lang="en-US"/>
        </a:p>
      </dgm:t>
    </dgm:pt>
    <dgm:pt modelId="{635DAB9B-1473-4084-9427-0551A2BCD10F}" type="sibTrans" cxnId="{940650FA-DDED-4156-A325-02F77DFD7496}">
      <dgm:prSet/>
      <dgm:spPr/>
      <dgm:t>
        <a:bodyPr/>
        <a:lstStyle/>
        <a:p>
          <a:endParaRPr lang="en-US"/>
        </a:p>
      </dgm:t>
    </dgm:pt>
    <dgm:pt modelId="{CBC77772-3895-41D4-A7E9-2B273808C60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Raw Data Generated</a:t>
          </a:r>
          <a:r>
            <a:rPr lang="en-GB"/>
            <a:t>: Patron demographic usage, peak facility hours, item turnover rates</a:t>
          </a:r>
          <a:endParaRPr lang="en-US"/>
        </a:p>
      </dgm:t>
    </dgm:pt>
    <dgm:pt modelId="{42D9E628-64F3-451B-A062-585FFBC8DC45}" type="parTrans" cxnId="{06C5DBD8-A5D8-43D7-83BD-26D16CBA2F44}">
      <dgm:prSet/>
      <dgm:spPr/>
      <dgm:t>
        <a:bodyPr/>
        <a:lstStyle/>
        <a:p>
          <a:endParaRPr lang="en-US"/>
        </a:p>
      </dgm:t>
    </dgm:pt>
    <dgm:pt modelId="{E40341F5-FE05-4E65-9299-8AAF27D6B6CB}" type="sibTrans" cxnId="{06C5DBD8-A5D8-43D7-83BD-26D16CBA2F44}">
      <dgm:prSet/>
      <dgm:spPr/>
      <dgm:t>
        <a:bodyPr/>
        <a:lstStyle/>
        <a:p>
          <a:endParaRPr lang="en-US"/>
        </a:p>
      </dgm:t>
    </dgm:pt>
    <dgm:pt modelId="{CF145308-5D89-4E62-A629-68AE21C7F0C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Business Intelligence &amp; Service Impact</a:t>
          </a:r>
          <a:r>
            <a:rPr lang="en-GB"/>
            <a:t>: Optimize desk staffing schedules, adjust loan periods, identify high-demand areas</a:t>
          </a:r>
          <a:endParaRPr lang="en-US"/>
        </a:p>
      </dgm:t>
    </dgm:pt>
    <dgm:pt modelId="{423AC319-22DA-42B0-A01F-469E2897BE06}" type="parTrans" cxnId="{192F3DD4-17B1-4ECE-B565-49A6BFFEB23A}">
      <dgm:prSet/>
      <dgm:spPr/>
      <dgm:t>
        <a:bodyPr/>
        <a:lstStyle/>
        <a:p>
          <a:endParaRPr lang="en-US"/>
        </a:p>
      </dgm:t>
    </dgm:pt>
    <dgm:pt modelId="{37F50FBA-A0F1-4304-BD70-6FF8F31BE6C2}" type="sibTrans" cxnId="{192F3DD4-17B1-4ECE-B565-49A6BFFEB23A}">
      <dgm:prSet/>
      <dgm:spPr/>
      <dgm:t>
        <a:bodyPr/>
        <a:lstStyle/>
        <a:p>
          <a:endParaRPr lang="en-US"/>
        </a:p>
      </dgm:t>
    </dgm:pt>
    <dgm:pt modelId="{3CAC25C5-2FA4-46CE-B455-E1649591D337}" type="pres">
      <dgm:prSet presAssocID="{71A274E2-F0EC-4B05-89A3-BB8716443E60}" presName="root" presStyleCnt="0">
        <dgm:presLayoutVars>
          <dgm:dir/>
          <dgm:resizeHandles val="exact"/>
        </dgm:presLayoutVars>
      </dgm:prSet>
      <dgm:spPr/>
    </dgm:pt>
    <dgm:pt modelId="{20AC7359-6BA7-4EB7-B75A-E20AA5284080}" type="pres">
      <dgm:prSet presAssocID="{7FE76AFB-0408-43C8-A411-166CC5DB5AE6}" presName="compNode" presStyleCnt="0"/>
      <dgm:spPr/>
    </dgm:pt>
    <dgm:pt modelId="{3571B71E-C83D-4870-9969-64D15AD81068}" type="pres">
      <dgm:prSet presAssocID="{7FE76AFB-0408-43C8-A411-166CC5DB5AE6}" presName="bgRect" presStyleLbl="bgShp" presStyleIdx="0" presStyleCnt="3"/>
      <dgm:spPr/>
    </dgm:pt>
    <dgm:pt modelId="{25213E06-6692-4DAE-BCF9-4B6843398699}" type="pres">
      <dgm:prSet presAssocID="{7FE76AFB-0408-43C8-A411-166CC5DB5AE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401845FA-48A5-4CB2-ACB7-058C45CB5E8A}" type="pres">
      <dgm:prSet presAssocID="{7FE76AFB-0408-43C8-A411-166CC5DB5AE6}" presName="spaceRect" presStyleCnt="0"/>
      <dgm:spPr/>
    </dgm:pt>
    <dgm:pt modelId="{3C1648F0-8D5E-4CD6-8899-D87598AE55F3}" type="pres">
      <dgm:prSet presAssocID="{7FE76AFB-0408-43C8-A411-166CC5DB5AE6}" presName="parTx" presStyleLbl="revTx" presStyleIdx="0" presStyleCnt="3">
        <dgm:presLayoutVars>
          <dgm:chMax val="0"/>
          <dgm:chPref val="0"/>
        </dgm:presLayoutVars>
      </dgm:prSet>
      <dgm:spPr/>
    </dgm:pt>
    <dgm:pt modelId="{BA21D53C-E192-404E-8338-3BBA599F1767}" type="pres">
      <dgm:prSet presAssocID="{635DAB9B-1473-4084-9427-0551A2BCD10F}" presName="sibTrans" presStyleCnt="0"/>
      <dgm:spPr/>
    </dgm:pt>
    <dgm:pt modelId="{D94775FC-A1F2-4828-899F-29F26655CE33}" type="pres">
      <dgm:prSet presAssocID="{CBC77772-3895-41D4-A7E9-2B273808C607}" presName="compNode" presStyleCnt="0"/>
      <dgm:spPr/>
    </dgm:pt>
    <dgm:pt modelId="{AF30C710-DD8C-4C34-9D65-B44290CA20CC}" type="pres">
      <dgm:prSet presAssocID="{CBC77772-3895-41D4-A7E9-2B273808C607}" presName="bgRect" presStyleLbl="bgShp" presStyleIdx="1" presStyleCnt="3"/>
      <dgm:spPr/>
    </dgm:pt>
    <dgm:pt modelId="{A02FAF16-812F-4880-8D52-F8D3F6D2138F}" type="pres">
      <dgm:prSet presAssocID="{CBC77772-3895-41D4-A7E9-2B273808C60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F5229DE7-CCA2-476A-B01D-0736779EA7E4}" type="pres">
      <dgm:prSet presAssocID="{CBC77772-3895-41D4-A7E9-2B273808C607}" presName="spaceRect" presStyleCnt="0"/>
      <dgm:spPr/>
    </dgm:pt>
    <dgm:pt modelId="{1B77C6BC-95C1-43CC-B6C8-F3925906B740}" type="pres">
      <dgm:prSet presAssocID="{CBC77772-3895-41D4-A7E9-2B273808C607}" presName="parTx" presStyleLbl="revTx" presStyleIdx="1" presStyleCnt="3">
        <dgm:presLayoutVars>
          <dgm:chMax val="0"/>
          <dgm:chPref val="0"/>
        </dgm:presLayoutVars>
      </dgm:prSet>
      <dgm:spPr/>
    </dgm:pt>
    <dgm:pt modelId="{B8219CDB-0C2E-4067-BE82-70735C4C0F97}" type="pres">
      <dgm:prSet presAssocID="{E40341F5-FE05-4E65-9299-8AAF27D6B6CB}" presName="sibTrans" presStyleCnt="0"/>
      <dgm:spPr/>
    </dgm:pt>
    <dgm:pt modelId="{133EFF16-A987-4590-8F4D-4BBBFB69A3F2}" type="pres">
      <dgm:prSet presAssocID="{CF145308-5D89-4E62-A629-68AE21C7F0C9}" presName="compNode" presStyleCnt="0"/>
      <dgm:spPr/>
    </dgm:pt>
    <dgm:pt modelId="{6543E80E-52B8-48D2-8C3C-A37186E33F62}" type="pres">
      <dgm:prSet presAssocID="{CF145308-5D89-4E62-A629-68AE21C7F0C9}" presName="bgRect" presStyleLbl="bgShp" presStyleIdx="2" presStyleCnt="3"/>
      <dgm:spPr/>
    </dgm:pt>
    <dgm:pt modelId="{9720F1C1-2A00-4301-B352-DBCE0664C850}" type="pres">
      <dgm:prSet presAssocID="{CF145308-5D89-4E62-A629-68AE21C7F0C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4F1E1F7B-FEBA-4114-B9A6-E479821703FF}" type="pres">
      <dgm:prSet presAssocID="{CF145308-5D89-4E62-A629-68AE21C7F0C9}" presName="spaceRect" presStyleCnt="0"/>
      <dgm:spPr/>
    </dgm:pt>
    <dgm:pt modelId="{1DF1D74A-5488-4456-BED8-3C7D6EE29CEE}" type="pres">
      <dgm:prSet presAssocID="{CF145308-5D89-4E62-A629-68AE21C7F0C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4F61530-0335-4FDA-BADD-672D24D760DC}" type="presOf" srcId="{CBC77772-3895-41D4-A7E9-2B273808C607}" destId="{1B77C6BC-95C1-43CC-B6C8-F3925906B740}" srcOrd="0" destOrd="0" presId="urn:microsoft.com/office/officeart/2018/2/layout/IconVerticalSolidList"/>
    <dgm:cxn modelId="{B3EAD152-C746-45D0-A5B7-16BFA1BD24E2}" type="presOf" srcId="{7FE76AFB-0408-43C8-A411-166CC5DB5AE6}" destId="{3C1648F0-8D5E-4CD6-8899-D87598AE55F3}" srcOrd="0" destOrd="0" presId="urn:microsoft.com/office/officeart/2018/2/layout/IconVerticalSolidList"/>
    <dgm:cxn modelId="{3DEDB555-B2DE-4609-9E0C-633EB3E182A7}" type="presOf" srcId="{71A274E2-F0EC-4B05-89A3-BB8716443E60}" destId="{3CAC25C5-2FA4-46CE-B455-E1649591D337}" srcOrd="0" destOrd="0" presId="urn:microsoft.com/office/officeart/2018/2/layout/IconVerticalSolidList"/>
    <dgm:cxn modelId="{2D143DAC-BE8D-45C8-A9D3-DF1EA0ED840D}" type="presOf" srcId="{CF145308-5D89-4E62-A629-68AE21C7F0C9}" destId="{1DF1D74A-5488-4456-BED8-3C7D6EE29CEE}" srcOrd="0" destOrd="0" presId="urn:microsoft.com/office/officeart/2018/2/layout/IconVerticalSolidList"/>
    <dgm:cxn modelId="{192F3DD4-17B1-4ECE-B565-49A6BFFEB23A}" srcId="{71A274E2-F0EC-4B05-89A3-BB8716443E60}" destId="{CF145308-5D89-4E62-A629-68AE21C7F0C9}" srcOrd="2" destOrd="0" parTransId="{423AC319-22DA-42B0-A01F-469E2897BE06}" sibTransId="{37F50FBA-A0F1-4304-BD70-6FF8F31BE6C2}"/>
    <dgm:cxn modelId="{06C5DBD8-A5D8-43D7-83BD-26D16CBA2F44}" srcId="{71A274E2-F0EC-4B05-89A3-BB8716443E60}" destId="{CBC77772-3895-41D4-A7E9-2B273808C607}" srcOrd="1" destOrd="0" parTransId="{42D9E628-64F3-451B-A062-585FFBC8DC45}" sibTransId="{E40341F5-FE05-4E65-9299-8AAF27D6B6CB}"/>
    <dgm:cxn modelId="{940650FA-DDED-4156-A325-02F77DFD7496}" srcId="{71A274E2-F0EC-4B05-89A3-BB8716443E60}" destId="{7FE76AFB-0408-43C8-A411-166CC5DB5AE6}" srcOrd="0" destOrd="0" parTransId="{272E3500-7F1F-4343-BB9D-7239BA66A2B8}" sibTransId="{635DAB9B-1473-4084-9427-0551A2BCD10F}"/>
    <dgm:cxn modelId="{1B581DE9-72CE-46FA-B884-9DF82796DA25}" type="presParOf" srcId="{3CAC25C5-2FA4-46CE-B455-E1649591D337}" destId="{20AC7359-6BA7-4EB7-B75A-E20AA5284080}" srcOrd="0" destOrd="0" presId="urn:microsoft.com/office/officeart/2018/2/layout/IconVerticalSolidList"/>
    <dgm:cxn modelId="{70D4882E-218A-4863-9B51-2800B6AAE50C}" type="presParOf" srcId="{20AC7359-6BA7-4EB7-B75A-E20AA5284080}" destId="{3571B71E-C83D-4870-9969-64D15AD81068}" srcOrd="0" destOrd="0" presId="urn:microsoft.com/office/officeart/2018/2/layout/IconVerticalSolidList"/>
    <dgm:cxn modelId="{CDB295A9-7564-444C-A7F0-425D47A40383}" type="presParOf" srcId="{20AC7359-6BA7-4EB7-B75A-E20AA5284080}" destId="{25213E06-6692-4DAE-BCF9-4B6843398699}" srcOrd="1" destOrd="0" presId="urn:microsoft.com/office/officeart/2018/2/layout/IconVerticalSolidList"/>
    <dgm:cxn modelId="{37370093-A355-4A9D-9D2F-4B92A4548749}" type="presParOf" srcId="{20AC7359-6BA7-4EB7-B75A-E20AA5284080}" destId="{401845FA-48A5-4CB2-ACB7-058C45CB5E8A}" srcOrd="2" destOrd="0" presId="urn:microsoft.com/office/officeart/2018/2/layout/IconVerticalSolidList"/>
    <dgm:cxn modelId="{CFE1148B-FCB0-459F-99EA-14EA10C52703}" type="presParOf" srcId="{20AC7359-6BA7-4EB7-B75A-E20AA5284080}" destId="{3C1648F0-8D5E-4CD6-8899-D87598AE55F3}" srcOrd="3" destOrd="0" presId="urn:microsoft.com/office/officeart/2018/2/layout/IconVerticalSolidList"/>
    <dgm:cxn modelId="{FAA6E5F2-A727-40BB-BE48-36229C2823E4}" type="presParOf" srcId="{3CAC25C5-2FA4-46CE-B455-E1649591D337}" destId="{BA21D53C-E192-404E-8338-3BBA599F1767}" srcOrd="1" destOrd="0" presId="urn:microsoft.com/office/officeart/2018/2/layout/IconVerticalSolidList"/>
    <dgm:cxn modelId="{0D35D0A8-6EFB-49DC-AF5A-AC637B678F48}" type="presParOf" srcId="{3CAC25C5-2FA4-46CE-B455-E1649591D337}" destId="{D94775FC-A1F2-4828-899F-29F26655CE33}" srcOrd="2" destOrd="0" presId="urn:microsoft.com/office/officeart/2018/2/layout/IconVerticalSolidList"/>
    <dgm:cxn modelId="{25D1CCBC-6693-4B39-AB2C-8CDE15B16FA1}" type="presParOf" srcId="{D94775FC-A1F2-4828-899F-29F26655CE33}" destId="{AF30C710-DD8C-4C34-9D65-B44290CA20CC}" srcOrd="0" destOrd="0" presId="urn:microsoft.com/office/officeart/2018/2/layout/IconVerticalSolidList"/>
    <dgm:cxn modelId="{9141F0E4-7376-4596-826E-2018E7422E42}" type="presParOf" srcId="{D94775FC-A1F2-4828-899F-29F26655CE33}" destId="{A02FAF16-812F-4880-8D52-F8D3F6D2138F}" srcOrd="1" destOrd="0" presId="urn:microsoft.com/office/officeart/2018/2/layout/IconVerticalSolidList"/>
    <dgm:cxn modelId="{31A06F8E-2C8B-4B34-9B52-6812D480B1A4}" type="presParOf" srcId="{D94775FC-A1F2-4828-899F-29F26655CE33}" destId="{F5229DE7-CCA2-476A-B01D-0736779EA7E4}" srcOrd="2" destOrd="0" presId="urn:microsoft.com/office/officeart/2018/2/layout/IconVerticalSolidList"/>
    <dgm:cxn modelId="{5087FABE-7558-433E-AD2C-629BEA9708E6}" type="presParOf" srcId="{D94775FC-A1F2-4828-899F-29F26655CE33}" destId="{1B77C6BC-95C1-43CC-B6C8-F3925906B740}" srcOrd="3" destOrd="0" presId="urn:microsoft.com/office/officeart/2018/2/layout/IconVerticalSolidList"/>
    <dgm:cxn modelId="{793ECCB9-4007-406D-80ED-13E2C825D6CC}" type="presParOf" srcId="{3CAC25C5-2FA4-46CE-B455-E1649591D337}" destId="{B8219CDB-0C2E-4067-BE82-70735C4C0F97}" srcOrd="3" destOrd="0" presId="urn:microsoft.com/office/officeart/2018/2/layout/IconVerticalSolidList"/>
    <dgm:cxn modelId="{38D5FA96-EF54-4288-8888-0B2CEA43D5A8}" type="presParOf" srcId="{3CAC25C5-2FA4-46CE-B455-E1649591D337}" destId="{133EFF16-A987-4590-8F4D-4BBBFB69A3F2}" srcOrd="4" destOrd="0" presId="urn:microsoft.com/office/officeart/2018/2/layout/IconVerticalSolidList"/>
    <dgm:cxn modelId="{048B5704-F07E-4A57-874D-586FF839303A}" type="presParOf" srcId="{133EFF16-A987-4590-8F4D-4BBBFB69A3F2}" destId="{6543E80E-52B8-48D2-8C3C-A37186E33F62}" srcOrd="0" destOrd="0" presId="urn:microsoft.com/office/officeart/2018/2/layout/IconVerticalSolidList"/>
    <dgm:cxn modelId="{745C8DA5-1C86-4A15-A673-74BD8E607B53}" type="presParOf" srcId="{133EFF16-A987-4590-8F4D-4BBBFB69A3F2}" destId="{9720F1C1-2A00-4301-B352-DBCE0664C850}" srcOrd="1" destOrd="0" presId="urn:microsoft.com/office/officeart/2018/2/layout/IconVerticalSolidList"/>
    <dgm:cxn modelId="{98D13AC2-E38A-42C0-9E10-1A9E207116E1}" type="presParOf" srcId="{133EFF16-A987-4590-8F4D-4BBBFB69A3F2}" destId="{4F1E1F7B-FEBA-4114-B9A6-E479821703FF}" srcOrd="2" destOrd="0" presId="urn:microsoft.com/office/officeart/2018/2/layout/IconVerticalSolidList"/>
    <dgm:cxn modelId="{108DE4AE-ECDE-4563-B459-2A13158FB686}" type="presParOf" srcId="{133EFF16-A987-4590-8F4D-4BBBFB69A3F2}" destId="{1DF1D74A-5488-4456-BED8-3C7D6EE29CE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1A274E2-F0EC-4B05-89A3-BB8716443E6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E76AFB-0408-43C8-A411-166CC5DB5AE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Daily Operation / Activity</a:t>
          </a:r>
          <a:r>
            <a:rPr lang="en-GB" dirty="0"/>
            <a:t>: Answering patron queries, research consultations</a:t>
          </a:r>
          <a:endParaRPr lang="en-US" dirty="0"/>
        </a:p>
      </dgm:t>
    </dgm:pt>
    <dgm:pt modelId="{272E3500-7F1F-4343-BB9D-7239BA66A2B8}" type="parTrans" cxnId="{940650FA-DDED-4156-A325-02F77DFD7496}">
      <dgm:prSet/>
      <dgm:spPr/>
      <dgm:t>
        <a:bodyPr/>
        <a:lstStyle/>
        <a:p>
          <a:endParaRPr lang="en-US"/>
        </a:p>
      </dgm:t>
    </dgm:pt>
    <dgm:pt modelId="{635DAB9B-1473-4084-9427-0551A2BCD10F}" type="sibTrans" cxnId="{940650FA-DDED-4156-A325-02F77DFD7496}">
      <dgm:prSet/>
      <dgm:spPr/>
      <dgm:t>
        <a:bodyPr/>
        <a:lstStyle/>
        <a:p>
          <a:endParaRPr lang="en-US"/>
        </a:p>
      </dgm:t>
    </dgm:pt>
    <dgm:pt modelId="{CBC77772-3895-41D4-A7E9-2B273808C60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Raw Data Generated</a:t>
          </a:r>
          <a:r>
            <a:rPr lang="en-GB" dirty="0"/>
            <a:t>: Subject categories, query duration, time-of-day trends</a:t>
          </a:r>
          <a:endParaRPr lang="en-US" dirty="0"/>
        </a:p>
      </dgm:t>
    </dgm:pt>
    <dgm:pt modelId="{42D9E628-64F3-451B-A062-585FFBC8DC45}" type="parTrans" cxnId="{06C5DBD8-A5D8-43D7-83BD-26D16CBA2F44}">
      <dgm:prSet/>
      <dgm:spPr/>
      <dgm:t>
        <a:bodyPr/>
        <a:lstStyle/>
        <a:p>
          <a:endParaRPr lang="en-US"/>
        </a:p>
      </dgm:t>
    </dgm:pt>
    <dgm:pt modelId="{E40341F5-FE05-4E65-9299-8AAF27D6B6CB}" type="sibTrans" cxnId="{06C5DBD8-A5D8-43D7-83BD-26D16CBA2F44}">
      <dgm:prSet/>
      <dgm:spPr/>
      <dgm:t>
        <a:bodyPr/>
        <a:lstStyle/>
        <a:p>
          <a:endParaRPr lang="en-US"/>
        </a:p>
      </dgm:t>
    </dgm:pt>
    <dgm:pt modelId="{CF145308-5D89-4E62-A629-68AE21C7F0C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Business Intelligence &amp; Service Impact</a:t>
          </a:r>
          <a:r>
            <a:rPr lang="en-GB" dirty="0"/>
            <a:t>: Adjust reference desk hours, create targeted subject guides, allocate subject-specialist staff</a:t>
          </a:r>
          <a:endParaRPr lang="en-US" dirty="0"/>
        </a:p>
      </dgm:t>
    </dgm:pt>
    <dgm:pt modelId="{423AC319-22DA-42B0-A01F-469E2897BE06}" type="parTrans" cxnId="{192F3DD4-17B1-4ECE-B565-49A6BFFEB23A}">
      <dgm:prSet/>
      <dgm:spPr/>
      <dgm:t>
        <a:bodyPr/>
        <a:lstStyle/>
        <a:p>
          <a:endParaRPr lang="en-US"/>
        </a:p>
      </dgm:t>
    </dgm:pt>
    <dgm:pt modelId="{37F50FBA-A0F1-4304-BD70-6FF8F31BE6C2}" type="sibTrans" cxnId="{192F3DD4-17B1-4ECE-B565-49A6BFFEB23A}">
      <dgm:prSet/>
      <dgm:spPr/>
      <dgm:t>
        <a:bodyPr/>
        <a:lstStyle/>
        <a:p>
          <a:endParaRPr lang="en-US"/>
        </a:p>
      </dgm:t>
    </dgm:pt>
    <dgm:pt modelId="{3CAC25C5-2FA4-46CE-B455-E1649591D337}" type="pres">
      <dgm:prSet presAssocID="{71A274E2-F0EC-4B05-89A3-BB8716443E60}" presName="root" presStyleCnt="0">
        <dgm:presLayoutVars>
          <dgm:dir/>
          <dgm:resizeHandles val="exact"/>
        </dgm:presLayoutVars>
      </dgm:prSet>
      <dgm:spPr/>
    </dgm:pt>
    <dgm:pt modelId="{20AC7359-6BA7-4EB7-B75A-E20AA5284080}" type="pres">
      <dgm:prSet presAssocID="{7FE76AFB-0408-43C8-A411-166CC5DB5AE6}" presName="compNode" presStyleCnt="0"/>
      <dgm:spPr/>
    </dgm:pt>
    <dgm:pt modelId="{3571B71E-C83D-4870-9969-64D15AD81068}" type="pres">
      <dgm:prSet presAssocID="{7FE76AFB-0408-43C8-A411-166CC5DB5AE6}" presName="bgRect" presStyleLbl="bgShp" presStyleIdx="0" presStyleCnt="3"/>
      <dgm:spPr/>
    </dgm:pt>
    <dgm:pt modelId="{25213E06-6692-4DAE-BCF9-4B6843398699}" type="pres">
      <dgm:prSet presAssocID="{7FE76AFB-0408-43C8-A411-166CC5DB5AE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401845FA-48A5-4CB2-ACB7-058C45CB5E8A}" type="pres">
      <dgm:prSet presAssocID="{7FE76AFB-0408-43C8-A411-166CC5DB5AE6}" presName="spaceRect" presStyleCnt="0"/>
      <dgm:spPr/>
    </dgm:pt>
    <dgm:pt modelId="{3C1648F0-8D5E-4CD6-8899-D87598AE55F3}" type="pres">
      <dgm:prSet presAssocID="{7FE76AFB-0408-43C8-A411-166CC5DB5AE6}" presName="parTx" presStyleLbl="revTx" presStyleIdx="0" presStyleCnt="3">
        <dgm:presLayoutVars>
          <dgm:chMax val="0"/>
          <dgm:chPref val="0"/>
        </dgm:presLayoutVars>
      </dgm:prSet>
      <dgm:spPr/>
    </dgm:pt>
    <dgm:pt modelId="{BA21D53C-E192-404E-8338-3BBA599F1767}" type="pres">
      <dgm:prSet presAssocID="{635DAB9B-1473-4084-9427-0551A2BCD10F}" presName="sibTrans" presStyleCnt="0"/>
      <dgm:spPr/>
    </dgm:pt>
    <dgm:pt modelId="{D94775FC-A1F2-4828-899F-29F26655CE33}" type="pres">
      <dgm:prSet presAssocID="{CBC77772-3895-41D4-A7E9-2B273808C607}" presName="compNode" presStyleCnt="0"/>
      <dgm:spPr/>
    </dgm:pt>
    <dgm:pt modelId="{AF30C710-DD8C-4C34-9D65-B44290CA20CC}" type="pres">
      <dgm:prSet presAssocID="{CBC77772-3895-41D4-A7E9-2B273808C607}" presName="bgRect" presStyleLbl="bgShp" presStyleIdx="1" presStyleCnt="3"/>
      <dgm:spPr/>
    </dgm:pt>
    <dgm:pt modelId="{A02FAF16-812F-4880-8D52-F8D3F6D2138F}" type="pres">
      <dgm:prSet presAssocID="{CBC77772-3895-41D4-A7E9-2B273808C60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F5229DE7-CCA2-476A-B01D-0736779EA7E4}" type="pres">
      <dgm:prSet presAssocID="{CBC77772-3895-41D4-A7E9-2B273808C607}" presName="spaceRect" presStyleCnt="0"/>
      <dgm:spPr/>
    </dgm:pt>
    <dgm:pt modelId="{1B77C6BC-95C1-43CC-B6C8-F3925906B740}" type="pres">
      <dgm:prSet presAssocID="{CBC77772-3895-41D4-A7E9-2B273808C607}" presName="parTx" presStyleLbl="revTx" presStyleIdx="1" presStyleCnt="3">
        <dgm:presLayoutVars>
          <dgm:chMax val="0"/>
          <dgm:chPref val="0"/>
        </dgm:presLayoutVars>
      </dgm:prSet>
      <dgm:spPr/>
    </dgm:pt>
    <dgm:pt modelId="{B8219CDB-0C2E-4067-BE82-70735C4C0F97}" type="pres">
      <dgm:prSet presAssocID="{E40341F5-FE05-4E65-9299-8AAF27D6B6CB}" presName="sibTrans" presStyleCnt="0"/>
      <dgm:spPr/>
    </dgm:pt>
    <dgm:pt modelId="{133EFF16-A987-4590-8F4D-4BBBFB69A3F2}" type="pres">
      <dgm:prSet presAssocID="{CF145308-5D89-4E62-A629-68AE21C7F0C9}" presName="compNode" presStyleCnt="0"/>
      <dgm:spPr/>
    </dgm:pt>
    <dgm:pt modelId="{6543E80E-52B8-48D2-8C3C-A37186E33F62}" type="pres">
      <dgm:prSet presAssocID="{CF145308-5D89-4E62-A629-68AE21C7F0C9}" presName="bgRect" presStyleLbl="bgShp" presStyleIdx="2" presStyleCnt="3"/>
      <dgm:spPr/>
    </dgm:pt>
    <dgm:pt modelId="{9720F1C1-2A00-4301-B352-DBCE0664C850}" type="pres">
      <dgm:prSet presAssocID="{CF145308-5D89-4E62-A629-68AE21C7F0C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4F1E1F7B-FEBA-4114-B9A6-E479821703FF}" type="pres">
      <dgm:prSet presAssocID="{CF145308-5D89-4E62-A629-68AE21C7F0C9}" presName="spaceRect" presStyleCnt="0"/>
      <dgm:spPr/>
    </dgm:pt>
    <dgm:pt modelId="{1DF1D74A-5488-4456-BED8-3C7D6EE29CEE}" type="pres">
      <dgm:prSet presAssocID="{CF145308-5D89-4E62-A629-68AE21C7F0C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4F61530-0335-4FDA-BADD-672D24D760DC}" type="presOf" srcId="{CBC77772-3895-41D4-A7E9-2B273808C607}" destId="{1B77C6BC-95C1-43CC-B6C8-F3925906B740}" srcOrd="0" destOrd="0" presId="urn:microsoft.com/office/officeart/2018/2/layout/IconVerticalSolidList"/>
    <dgm:cxn modelId="{B3EAD152-C746-45D0-A5B7-16BFA1BD24E2}" type="presOf" srcId="{7FE76AFB-0408-43C8-A411-166CC5DB5AE6}" destId="{3C1648F0-8D5E-4CD6-8899-D87598AE55F3}" srcOrd="0" destOrd="0" presId="urn:microsoft.com/office/officeart/2018/2/layout/IconVerticalSolidList"/>
    <dgm:cxn modelId="{3DEDB555-B2DE-4609-9E0C-633EB3E182A7}" type="presOf" srcId="{71A274E2-F0EC-4B05-89A3-BB8716443E60}" destId="{3CAC25C5-2FA4-46CE-B455-E1649591D337}" srcOrd="0" destOrd="0" presId="urn:microsoft.com/office/officeart/2018/2/layout/IconVerticalSolidList"/>
    <dgm:cxn modelId="{2D143DAC-BE8D-45C8-A9D3-DF1EA0ED840D}" type="presOf" srcId="{CF145308-5D89-4E62-A629-68AE21C7F0C9}" destId="{1DF1D74A-5488-4456-BED8-3C7D6EE29CEE}" srcOrd="0" destOrd="0" presId="urn:microsoft.com/office/officeart/2018/2/layout/IconVerticalSolidList"/>
    <dgm:cxn modelId="{192F3DD4-17B1-4ECE-B565-49A6BFFEB23A}" srcId="{71A274E2-F0EC-4B05-89A3-BB8716443E60}" destId="{CF145308-5D89-4E62-A629-68AE21C7F0C9}" srcOrd="2" destOrd="0" parTransId="{423AC319-22DA-42B0-A01F-469E2897BE06}" sibTransId="{37F50FBA-A0F1-4304-BD70-6FF8F31BE6C2}"/>
    <dgm:cxn modelId="{06C5DBD8-A5D8-43D7-83BD-26D16CBA2F44}" srcId="{71A274E2-F0EC-4B05-89A3-BB8716443E60}" destId="{CBC77772-3895-41D4-A7E9-2B273808C607}" srcOrd="1" destOrd="0" parTransId="{42D9E628-64F3-451B-A062-585FFBC8DC45}" sibTransId="{E40341F5-FE05-4E65-9299-8AAF27D6B6CB}"/>
    <dgm:cxn modelId="{940650FA-DDED-4156-A325-02F77DFD7496}" srcId="{71A274E2-F0EC-4B05-89A3-BB8716443E60}" destId="{7FE76AFB-0408-43C8-A411-166CC5DB5AE6}" srcOrd="0" destOrd="0" parTransId="{272E3500-7F1F-4343-BB9D-7239BA66A2B8}" sibTransId="{635DAB9B-1473-4084-9427-0551A2BCD10F}"/>
    <dgm:cxn modelId="{1B581DE9-72CE-46FA-B884-9DF82796DA25}" type="presParOf" srcId="{3CAC25C5-2FA4-46CE-B455-E1649591D337}" destId="{20AC7359-6BA7-4EB7-B75A-E20AA5284080}" srcOrd="0" destOrd="0" presId="urn:microsoft.com/office/officeart/2018/2/layout/IconVerticalSolidList"/>
    <dgm:cxn modelId="{70D4882E-218A-4863-9B51-2800B6AAE50C}" type="presParOf" srcId="{20AC7359-6BA7-4EB7-B75A-E20AA5284080}" destId="{3571B71E-C83D-4870-9969-64D15AD81068}" srcOrd="0" destOrd="0" presId="urn:microsoft.com/office/officeart/2018/2/layout/IconVerticalSolidList"/>
    <dgm:cxn modelId="{CDB295A9-7564-444C-A7F0-425D47A40383}" type="presParOf" srcId="{20AC7359-6BA7-4EB7-B75A-E20AA5284080}" destId="{25213E06-6692-4DAE-BCF9-4B6843398699}" srcOrd="1" destOrd="0" presId="urn:microsoft.com/office/officeart/2018/2/layout/IconVerticalSolidList"/>
    <dgm:cxn modelId="{37370093-A355-4A9D-9D2F-4B92A4548749}" type="presParOf" srcId="{20AC7359-6BA7-4EB7-B75A-E20AA5284080}" destId="{401845FA-48A5-4CB2-ACB7-058C45CB5E8A}" srcOrd="2" destOrd="0" presId="urn:microsoft.com/office/officeart/2018/2/layout/IconVerticalSolidList"/>
    <dgm:cxn modelId="{CFE1148B-FCB0-459F-99EA-14EA10C52703}" type="presParOf" srcId="{20AC7359-6BA7-4EB7-B75A-E20AA5284080}" destId="{3C1648F0-8D5E-4CD6-8899-D87598AE55F3}" srcOrd="3" destOrd="0" presId="urn:microsoft.com/office/officeart/2018/2/layout/IconVerticalSolidList"/>
    <dgm:cxn modelId="{FAA6E5F2-A727-40BB-BE48-36229C2823E4}" type="presParOf" srcId="{3CAC25C5-2FA4-46CE-B455-E1649591D337}" destId="{BA21D53C-E192-404E-8338-3BBA599F1767}" srcOrd="1" destOrd="0" presId="urn:microsoft.com/office/officeart/2018/2/layout/IconVerticalSolidList"/>
    <dgm:cxn modelId="{0D35D0A8-6EFB-49DC-AF5A-AC637B678F48}" type="presParOf" srcId="{3CAC25C5-2FA4-46CE-B455-E1649591D337}" destId="{D94775FC-A1F2-4828-899F-29F26655CE33}" srcOrd="2" destOrd="0" presId="urn:microsoft.com/office/officeart/2018/2/layout/IconVerticalSolidList"/>
    <dgm:cxn modelId="{25D1CCBC-6693-4B39-AB2C-8CDE15B16FA1}" type="presParOf" srcId="{D94775FC-A1F2-4828-899F-29F26655CE33}" destId="{AF30C710-DD8C-4C34-9D65-B44290CA20CC}" srcOrd="0" destOrd="0" presId="urn:microsoft.com/office/officeart/2018/2/layout/IconVerticalSolidList"/>
    <dgm:cxn modelId="{9141F0E4-7376-4596-826E-2018E7422E42}" type="presParOf" srcId="{D94775FC-A1F2-4828-899F-29F26655CE33}" destId="{A02FAF16-812F-4880-8D52-F8D3F6D2138F}" srcOrd="1" destOrd="0" presId="urn:microsoft.com/office/officeart/2018/2/layout/IconVerticalSolidList"/>
    <dgm:cxn modelId="{31A06F8E-2C8B-4B34-9B52-6812D480B1A4}" type="presParOf" srcId="{D94775FC-A1F2-4828-899F-29F26655CE33}" destId="{F5229DE7-CCA2-476A-B01D-0736779EA7E4}" srcOrd="2" destOrd="0" presId="urn:microsoft.com/office/officeart/2018/2/layout/IconVerticalSolidList"/>
    <dgm:cxn modelId="{5087FABE-7558-433E-AD2C-629BEA9708E6}" type="presParOf" srcId="{D94775FC-A1F2-4828-899F-29F26655CE33}" destId="{1B77C6BC-95C1-43CC-B6C8-F3925906B740}" srcOrd="3" destOrd="0" presId="urn:microsoft.com/office/officeart/2018/2/layout/IconVerticalSolidList"/>
    <dgm:cxn modelId="{793ECCB9-4007-406D-80ED-13E2C825D6CC}" type="presParOf" srcId="{3CAC25C5-2FA4-46CE-B455-E1649591D337}" destId="{B8219CDB-0C2E-4067-BE82-70735C4C0F97}" srcOrd="3" destOrd="0" presId="urn:microsoft.com/office/officeart/2018/2/layout/IconVerticalSolidList"/>
    <dgm:cxn modelId="{38D5FA96-EF54-4288-8888-0B2CEA43D5A8}" type="presParOf" srcId="{3CAC25C5-2FA4-46CE-B455-E1649591D337}" destId="{133EFF16-A987-4590-8F4D-4BBBFB69A3F2}" srcOrd="4" destOrd="0" presId="urn:microsoft.com/office/officeart/2018/2/layout/IconVerticalSolidList"/>
    <dgm:cxn modelId="{048B5704-F07E-4A57-874D-586FF839303A}" type="presParOf" srcId="{133EFF16-A987-4590-8F4D-4BBBFB69A3F2}" destId="{6543E80E-52B8-48D2-8C3C-A37186E33F62}" srcOrd="0" destOrd="0" presId="urn:microsoft.com/office/officeart/2018/2/layout/IconVerticalSolidList"/>
    <dgm:cxn modelId="{745C8DA5-1C86-4A15-A673-74BD8E607B53}" type="presParOf" srcId="{133EFF16-A987-4590-8F4D-4BBBFB69A3F2}" destId="{9720F1C1-2A00-4301-B352-DBCE0664C850}" srcOrd="1" destOrd="0" presId="urn:microsoft.com/office/officeart/2018/2/layout/IconVerticalSolidList"/>
    <dgm:cxn modelId="{98D13AC2-E38A-42C0-9E10-1A9E207116E1}" type="presParOf" srcId="{133EFF16-A987-4590-8F4D-4BBBFB69A3F2}" destId="{4F1E1F7B-FEBA-4114-B9A6-E479821703FF}" srcOrd="2" destOrd="0" presId="urn:microsoft.com/office/officeart/2018/2/layout/IconVerticalSolidList"/>
    <dgm:cxn modelId="{108DE4AE-ECDE-4563-B459-2A13158FB686}" type="presParOf" srcId="{133EFF16-A987-4590-8F4D-4BBBFB69A3F2}" destId="{1DF1D74A-5488-4456-BED8-3C7D6EE29CE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1A274E2-F0EC-4B05-89A3-BB8716443E6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E76AFB-0408-43C8-A411-166CC5DB5AE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Daily Operation / Activity</a:t>
          </a:r>
          <a:r>
            <a:rPr lang="en-GB" dirty="0"/>
            <a:t>: Purchase requests, budget allocation, vendor ordering</a:t>
          </a:r>
          <a:endParaRPr lang="en-US" dirty="0"/>
        </a:p>
      </dgm:t>
    </dgm:pt>
    <dgm:pt modelId="{272E3500-7F1F-4343-BB9D-7239BA66A2B8}" type="parTrans" cxnId="{940650FA-DDED-4156-A325-02F77DFD7496}">
      <dgm:prSet/>
      <dgm:spPr/>
      <dgm:t>
        <a:bodyPr/>
        <a:lstStyle/>
        <a:p>
          <a:endParaRPr lang="en-US"/>
        </a:p>
      </dgm:t>
    </dgm:pt>
    <dgm:pt modelId="{635DAB9B-1473-4084-9427-0551A2BCD10F}" type="sibTrans" cxnId="{940650FA-DDED-4156-A325-02F77DFD7496}">
      <dgm:prSet/>
      <dgm:spPr/>
      <dgm:t>
        <a:bodyPr/>
        <a:lstStyle/>
        <a:p>
          <a:endParaRPr lang="en-US"/>
        </a:p>
      </dgm:t>
    </dgm:pt>
    <dgm:pt modelId="{CBC77772-3895-41D4-A7E9-2B273808C60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Raw Data Generated</a:t>
          </a:r>
          <a:r>
            <a:rPr lang="en-GB" dirty="0"/>
            <a:t>: Cost-per-material, vendor fulfilment speed, subject expenditure</a:t>
          </a:r>
          <a:endParaRPr lang="en-US" dirty="0"/>
        </a:p>
      </dgm:t>
    </dgm:pt>
    <dgm:pt modelId="{42D9E628-64F3-451B-A062-585FFBC8DC45}" type="parTrans" cxnId="{06C5DBD8-A5D8-43D7-83BD-26D16CBA2F44}">
      <dgm:prSet/>
      <dgm:spPr/>
      <dgm:t>
        <a:bodyPr/>
        <a:lstStyle/>
        <a:p>
          <a:endParaRPr lang="en-US"/>
        </a:p>
      </dgm:t>
    </dgm:pt>
    <dgm:pt modelId="{E40341F5-FE05-4E65-9299-8AAF27D6B6CB}" type="sibTrans" cxnId="{06C5DBD8-A5D8-43D7-83BD-26D16CBA2F44}">
      <dgm:prSet/>
      <dgm:spPr/>
      <dgm:t>
        <a:bodyPr/>
        <a:lstStyle/>
        <a:p>
          <a:endParaRPr lang="en-US"/>
        </a:p>
      </dgm:t>
    </dgm:pt>
    <dgm:pt modelId="{CF145308-5D89-4E62-A629-68AE21C7F0C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Business Intelligence &amp; Service Impact</a:t>
          </a:r>
          <a:r>
            <a:rPr lang="en-GB" dirty="0"/>
            <a:t>: Reallocate book budgets to high-demand disciplines, evaluate database ROI</a:t>
          </a:r>
          <a:endParaRPr lang="en-US" dirty="0"/>
        </a:p>
      </dgm:t>
    </dgm:pt>
    <dgm:pt modelId="{423AC319-22DA-42B0-A01F-469E2897BE06}" type="parTrans" cxnId="{192F3DD4-17B1-4ECE-B565-49A6BFFEB23A}">
      <dgm:prSet/>
      <dgm:spPr/>
      <dgm:t>
        <a:bodyPr/>
        <a:lstStyle/>
        <a:p>
          <a:endParaRPr lang="en-US"/>
        </a:p>
      </dgm:t>
    </dgm:pt>
    <dgm:pt modelId="{37F50FBA-A0F1-4304-BD70-6FF8F31BE6C2}" type="sibTrans" cxnId="{192F3DD4-17B1-4ECE-B565-49A6BFFEB23A}">
      <dgm:prSet/>
      <dgm:spPr/>
      <dgm:t>
        <a:bodyPr/>
        <a:lstStyle/>
        <a:p>
          <a:endParaRPr lang="en-US"/>
        </a:p>
      </dgm:t>
    </dgm:pt>
    <dgm:pt modelId="{3CAC25C5-2FA4-46CE-B455-E1649591D337}" type="pres">
      <dgm:prSet presAssocID="{71A274E2-F0EC-4B05-89A3-BB8716443E60}" presName="root" presStyleCnt="0">
        <dgm:presLayoutVars>
          <dgm:dir/>
          <dgm:resizeHandles val="exact"/>
        </dgm:presLayoutVars>
      </dgm:prSet>
      <dgm:spPr/>
    </dgm:pt>
    <dgm:pt modelId="{20AC7359-6BA7-4EB7-B75A-E20AA5284080}" type="pres">
      <dgm:prSet presAssocID="{7FE76AFB-0408-43C8-A411-166CC5DB5AE6}" presName="compNode" presStyleCnt="0"/>
      <dgm:spPr/>
    </dgm:pt>
    <dgm:pt modelId="{3571B71E-C83D-4870-9969-64D15AD81068}" type="pres">
      <dgm:prSet presAssocID="{7FE76AFB-0408-43C8-A411-166CC5DB5AE6}" presName="bgRect" presStyleLbl="bgShp" presStyleIdx="0" presStyleCnt="3"/>
      <dgm:spPr/>
    </dgm:pt>
    <dgm:pt modelId="{25213E06-6692-4DAE-BCF9-4B6843398699}" type="pres">
      <dgm:prSet presAssocID="{7FE76AFB-0408-43C8-A411-166CC5DB5AE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401845FA-48A5-4CB2-ACB7-058C45CB5E8A}" type="pres">
      <dgm:prSet presAssocID="{7FE76AFB-0408-43C8-A411-166CC5DB5AE6}" presName="spaceRect" presStyleCnt="0"/>
      <dgm:spPr/>
    </dgm:pt>
    <dgm:pt modelId="{3C1648F0-8D5E-4CD6-8899-D87598AE55F3}" type="pres">
      <dgm:prSet presAssocID="{7FE76AFB-0408-43C8-A411-166CC5DB5AE6}" presName="parTx" presStyleLbl="revTx" presStyleIdx="0" presStyleCnt="3">
        <dgm:presLayoutVars>
          <dgm:chMax val="0"/>
          <dgm:chPref val="0"/>
        </dgm:presLayoutVars>
      </dgm:prSet>
      <dgm:spPr/>
    </dgm:pt>
    <dgm:pt modelId="{BA21D53C-E192-404E-8338-3BBA599F1767}" type="pres">
      <dgm:prSet presAssocID="{635DAB9B-1473-4084-9427-0551A2BCD10F}" presName="sibTrans" presStyleCnt="0"/>
      <dgm:spPr/>
    </dgm:pt>
    <dgm:pt modelId="{D94775FC-A1F2-4828-899F-29F26655CE33}" type="pres">
      <dgm:prSet presAssocID="{CBC77772-3895-41D4-A7E9-2B273808C607}" presName="compNode" presStyleCnt="0"/>
      <dgm:spPr/>
    </dgm:pt>
    <dgm:pt modelId="{AF30C710-DD8C-4C34-9D65-B44290CA20CC}" type="pres">
      <dgm:prSet presAssocID="{CBC77772-3895-41D4-A7E9-2B273808C607}" presName="bgRect" presStyleLbl="bgShp" presStyleIdx="1" presStyleCnt="3"/>
      <dgm:spPr/>
    </dgm:pt>
    <dgm:pt modelId="{A02FAF16-812F-4880-8D52-F8D3F6D2138F}" type="pres">
      <dgm:prSet presAssocID="{CBC77772-3895-41D4-A7E9-2B273808C60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F5229DE7-CCA2-476A-B01D-0736779EA7E4}" type="pres">
      <dgm:prSet presAssocID="{CBC77772-3895-41D4-A7E9-2B273808C607}" presName="spaceRect" presStyleCnt="0"/>
      <dgm:spPr/>
    </dgm:pt>
    <dgm:pt modelId="{1B77C6BC-95C1-43CC-B6C8-F3925906B740}" type="pres">
      <dgm:prSet presAssocID="{CBC77772-3895-41D4-A7E9-2B273808C607}" presName="parTx" presStyleLbl="revTx" presStyleIdx="1" presStyleCnt="3">
        <dgm:presLayoutVars>
          <dgm:chMax val="0"/>
          <dgm:chPref val="0"/>
        </dgm:presLayoutVars>
      </dgm:prSet>
      <dgm:spPr/>
    </dgm:pt>
    <dgm:pt modelId="{B8219CDB-0C2E-4067-BE82-70735C4C0F97}" type="pres">
      <dgm:prSet presAssocID="{E40341F5-FE05-4E65-9299-8AAF27D6B6CB}" presName="sibTrans" presStyleCnt="0"/>
      <dgm:spPr/>
    </dgm:pt>
    <dgm:pt modelId="{133EFF16-A987-4590-8F4D-4BBBFB69A3F2}" type="pres">
      <dgm:prSet presAssocID="{CF145308-5D89-4E62-A629-68AE21C7F0C9}" presName="compNode" presStyleCnt="0"/>
      <dgm:spPr/>
    </dgm:pt>
    <dgm:pt modelId="{6543E80E-52B8-48D2-8C3C-A37186E33F62}" type="pres">
      <dgm:prSet presAssocID="{CF145308-5D89-4E62-A629-68AE21C7F0C9}" presName="bgRect" presStyleLbl="bgShp" presStyleIdx="2" presStyleCnt="3"/>
      <dgm:spPr/>
    </dgm:pt>
    <dgm:pt modelId="{9720F1C1-2A00-4301-B352-DBCE0664C850}" type="pres">
      <dgm:prSet presAssocID="{CF145308-5D89-4E62-A629-68AE21C7F0C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4F1E1F7B-FEBA-4114-B9A6-E479821703FF}" type="pres">
      <dgm:prSet presAssocID="{CF145308-5D89-4E62-A629-68AE21C7F0C9}" presName="spaceRect" presStyleCnt="0"/>
      <dgm:spPr/>
    </dgm:pt>
    <dgm:pt modelId="{1DF1D74A-5488-4456-BED8-3C7D6EE29CEE}" type="pres">
      <dgm:prSet presAssocID="{CF145308-5D89-4E62-A629-68AE21C7F0C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4F61530-0335-4FDA-BADD-672D24D760DC}" type="presOf" srcId="{CBC77772-3895-41D4-A7E9-2B273808C607}" destId="{1B77C6BC-95C1-43CC-B6C8-F3925906B740}" srcOrd="0" destOrd="0" presId="urn:microsoft.com/office/officeart/2018/2/layout/IconVerticalSolidList"/>
    <dgm:cxn modelId="{B3EAD152-C746-45D0-A5B7-16BFA1BD24E2}" type="presOf" srcId="{7FE76AFB-0408-43C8-A411-166CC5DB5AE6}" destId="{3C1648F0-8D5E-4CD6-8899-D87598AE55F3}" srcOrd="0" destOrd="0" presId="urn:microsoft.com/office/officeart/2018/2/layout/IconVerticalSolidList"/>
    <dgm:cxn modelId="{3DEDB555-B2DE-4609-9E0C-633EB3E182A7}" type="presOf" srcId="{71A274E2-F0EC-4B05-89A3-BB8716443E60}" destId="{3CAC25C5-2FA4-46CE-B455-E1649591D337}" srcOrd="0" destOrd="0" presId="urn:microsoft.com/office/officeart/2018/2/layout/IconVerticalSolidList"/>
    <dgm:cxn modelId="{2D143DAC-BE8D-45C8-A9D3-DF1EA0ED840D}" type="presOf" srcId="{CF145308-5D89-4E62-A629-68AE21C7F0C9}" destId="{1DF1D74A-5488-4456-BED8-3C7D6EE29CEE}" srcOrd="0" destOrd="0" presId="urn:microsoft.com/office/officeart/2018/2/layout/IconVerticalSolidList"/>
    <dgm:cxn modelId="{192F3DD4-17B1-4ECE-B565-49A6BFFEB23A}" srcId="{71A274E2-F0EC-4B05-89A3-BB8716443E60}" destId="{CF145308-5D89-4E62-A629-68AE21C7F0C9}" srcOrd="2" destOrd="0" parTransId="{423AC319-22DA-42B0-A01F-469E2897BE06}" sibTransId="{37F50FBA-A0F1-4304-BD70-6FF8F31BE6C2}"/>
    <dgm:cxn modelId="{06C5DBD8-A5D8-43D7-83BD-26D16CBA2F44}" srcId="{71A274E2-F0EC-4B05-89A3-BB8716443E60}" destId="{CBC77772-3895-41D4-A7E9-2B273808C607}" srcOrd="1" destOrd="0" parTransId="{42D9E628-64F3-451B-A062-585FFBC8DC45}" sibTransId="{E40341F5-FE05-4E65-9299-8AAF27D6B6CB}"/>
    <dgm:cxn modelId="{940650FA-DDED-4156-A325-02F77DFD7496}" srcId="{71A274E2-F0EC-4B05-89A3-BB8716443E60}" destId="{7FE76AFB-0408-43C8-A411-166CC5DB5AE6}" srcOrd="0" destOrd="0" parTransId="{272E3500-7F1F-4343-BB9D-7239BA66A2B8}" sibTransId="{635DAB9B-1473-4084-9427-0551A2BCD10F}"/>
    <dgm:cxn modelId="{1B581DE9-72CE-46FA-B884-9DF82796DA25}" type="presParOf" srcId="{3CAC25C5-2FA4-46CE-B455-E1649591D337}" destId="{20AC7359-6BA7-4EB7-B75A-E20AA5284080}" srcOrd="0" destOrd="0" presId="urn:microsoft.com/office/officeart/2018/2/layout/IconVerticalSolidList"/>
    <dgm:cxn modelId="{70D4882E-218A-4863-9B51-2800B6AAE50C}" type="presParOf" srcId="{20AC7359-6BA7-4EB7-B75A-E20AA5284080}" destId="{3571B71E-C83D-4870-9969-64D15AD81068}" srcOrd="0" destOrd="0" presId="urn:microsoft.com/office/officeart/2018/2/layout/IconVerticalSolidList"/>
    <dgm:cxn modelId="{CDB295A9-7564-444C-A7F0-425D47A40383}" type="presParOf" srcId="{20AC7359-6BA7-4EB7-B75A-E20AA5284080}" destId="{25213E06-6692-4DAE-BCF9-4B6843398699}" srcOrd="1" destOrd="0" presId="urn:microsoft.com/office/officeart/2018/2/layout/IconVerticalSolidList"/>
    <dgm:cxn modelId="{37370093-A355-4A9D-9D2F-4B92A4548749}" type="presParOf" srcId="{20AC7359-6BA7-4EB7-B75A-E20AA5284080}" destId="{401845FA-48A5-4CB2-ACB7-058C45CB5E8A}" srcOrd="2" destOrd="0" presId="urn:microsoft.com/office/officeart/2018/2/layout/IconVerticalSolidList"/>
    <dgm:cxn modelId="{CFE1148B-FCB0-459F-99EA-14EA10C52703}" type="presParOf" srcId="{20AC7359-6BA7-4EB7-B75A-E20AA5284080}" destId="{3C1648F0-8D5E-4CD6-8899-D87598AE55F3}" srcOrd="3" destOrd="0" presId="urn:microsoft.com/office/officeart/2018/2/layout/IconVerticalSolidList"/>
    <dgm:cxn modelId="{FAA6E5F2-A727-40BB-BE48-36229C2823E4}" type="presParOf" srcId="{3CAC25C5-2FA4-46CE-B455-E1649591D337}" destId="{BA21D53C-E192-404E-8338-3BBA599F1767}" srcOrd="1" destOrd="0" presId="urn:microsoft.com/office/officeart/2018/2/layout/IconVerticalSolidList"/>
    <dgm:cxn modelId="{0D35D0A8-6EFB-49DC-AF5A-AC637B678F48}" type="presParOf" srcId="{3CAC25C5-2FA4-46CE-B455-E1649591D337}" destId="{D94775FC-A1F2-4828-899F-29F26655CE33}" srcOrd="2" destOrd="0" presId="urn:microsoft.com/office/officeart/2018/2/layout/IconVerticalSolidList"/>
    <dgm:cxn modelId="{25D1CCBC-6693-4B39-AB2C-8CDE15B16FA1}" type="presParOf" srcId="{D94775FC-A1F2-4828-899F-29F26655CE33}" destId="{AF30C710-DD8C-4C34-9D65-B44290CA20CC}" srcOrd="0" destOrd="0" presId="urn:microsoft.com/office/officeart/2018/2/layout/IconVerticalSolidList"/>
    <dgm:cxn modelId="{9141F0E4-7376-4596-826E-2018E7422E42}" type="presParOf" srcId="{D94775FC-A1F2-4828-899F-29F26655CE33}" destId="{A02FAF16-812F-4880-8D52-F8D3F6D2138F}" srcOrd="1" destOrd="0" presId="urn:microsoft.com/office/officeart/2018/2/layout/IconVerticalSolidList"/>
    <dgm:cxn modelId="{31A06F8E-2C8B-4B34-9B52-6812D480B1A4}" type="presParOf" srcId="{D94775FC-A1F2-4828-899F-29F26655CE33}" destId="{F5229DE7-CCA2-476A-B01D-0736779EA7E4}" srcOrd="2" destOrd="0" presId="urn:microsoft.com/office/officeart/2018/2/layout/IconVerticalSolidList"/>
    <dgm:cxn modelId="{5087FABE-7558-433E-AD2C-629BEA9708E6}" type="presParOf" srcId="{D94775FC-A1F2-4828-899F-29F26655CE33}" destId="{1B77C6BC-95C1-43CC-B6C8-F3925906B740}" srcOrd="3" destOrd="0" presId="urn:microsoft.com/office/officeart/2018/2/layout/IconVerticalSolidList"/>
    <dgm:cxn modelId="{793ECCB9-4007-406D-80ED-13E2C825D6CC}" type="presParOf" srcId="{3CAC25C5-2FA4-46CE-B455-E1649591D337}" destId="{B8219CDB-0C2E-4067-BE82-70735C4C0F97}" srcOrd="3" destOrd="0" presId="urn:microsoft.com/office/officeart/2018/2/layout/IconVerticalSolidList"/>
    <dgm:cxn modelId="{38D5FA96-EF54-4288-8888-0B2CEA43D5A8}" type="presParOf" srcId="{3CAC25C5-2FA4-46CE-B455-E1649591D337}" destId="{133EFF16-A987-4590-8F4D-4BBBFB69A3F2}" srcOrd="4" destOrd="0" presId="urn:microsoft.com/office/officeart/2018/2/layout/IconVerticalSolidList"/>
    <dgm:cxn modelId="{048B5704-F07E-4A57-874D-586FF839303A}" type="presParOf" srcId="{133EFF16-A987-4590-8F4D-4BBBFB69A3F2}" destId="{6543E80E-52B8-48D2-8C3C-A37186E33F62}" srcOrd="0" destOrd="0" presId="urn:microsoft.com/office/officeart/2018/2/layout/IconVerticalSolidList"/>
    <dgm:cxn modelId="{745C8DA5-1C86-4A15-A673-74BD8E607B53}" type="presParOf" srcId="{133EFF16-A987-4590-8F4D-4BBBFB69A3F2}" destId="{9720F1C1-2A00-4301-B352-DBCE0664C850}" srcOrd="1" destOrd="0" presId="urn:microsoft.com/office/officeart/2018/2/layout/IconVerticalSolidList"/>
    <dgm:cxn modelId="{98D13AC2-E38A-42C0-9E10-1A9E207116E1}" type="presParOf" srcId="{133EFF16-A987-4590-8F4D-4BBBFB69A3F2}" destId="{4F1E1F7B-FEBA-4114-B9A6-E479821703FF}" srcOrd="2" destOrd="0" presId="urn:microsoft.com/office/officeart/2018/2/layout/IconVerticalSolidList"/>
    <dgm:cxn modelId="{108DE4AE-ECDE-4563-B459-2A13158FB686}" type="presParOf" srcId="{133EFF16-A987-4590-8F4D-4BBBFB69A3F2}" destId="{1DF1D74A-5488-4456-BED8-3C7D6EE29CE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1A274E2-F0EC-4B05-89A3-BB8716443E6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E76AFB-0408-43C8-A411-166CC5DB5AE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Daily Operation / Activity</a:t>
          </a:r>
          <a:r>
            <a:rPr lang="en-GB" dirty="0"/>
            <a:t>: Creating MARC records, subject indexing, call number assignment</a:t>
          </a:r>
          <a:endParaRPr lang="en-US" dirty="0"/>
        </a:p>
      </dgm:t>
    </dgm:pt>
    <dgm:pt modelId="{272E3500-7F1F-4343-BB9D-7239BA66A2B8}" type="parTrans" cxnId="{940650FA-DDED-4156-A325-02F77DFD7496}">
      <dgm:prSet/>
      <dgm:spPr/>
      <dgm:t>
        <a:bodyPr/>
        <a:lstStyle/>
        <a:p>
          <a:endParaRPr lang="en-US"/>
        </a:p>
      </dgm:t>
    </dgm:pt>
    <dgm:pt modelId="{635DAB9B-1473-4084-9427-0551A2BCD10F}" type="sibTrans" cxnId="{940650FA-DDED-4156-A325-02F77DFD7496}">
      <dgm:prSet/>
      <dgm:spPr/>
      <dgm:t>
        <a:bodyPr/>
        <a:lstStyle/>
        <a:p>
          <a:endParaRPr lang="en-US"/>
        </a:p>
      </dgm:t>
    </dgm:pt>
    <dgm:pt modelId="{CBC77772-3895-41D4-A7E9-2B273808C60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Raw Data Generated</a:t>
          </a:r>
          <a:r>
            <a:rPr lang="en-GB" dirty="0"/>
            <a:t>: Classification distribution, cataloguing turnaround time, metadata completeness</a:t>
          </a:r>
          <a:endParaRPr lang="en-US" dirty="0"/>
        </a:p>
      </dgm:t>
    </dgm:pt>
    <dgm:pt modelId="{42D9E628-64F3-451B-A062-585FFBC8DC45}" type="parTrans" cxnId="{06C5DBD8-A5D8-43D7-83BD-26D16CBA2F44}">
      <dgm:prSet/>
      <dgm:spPr/>
      <dgm:t>
        <a:bodyPr/>
        <a:lstStyle/>
        <a:p>
          <a:endParaRPr lang="en-US"/>
        </a:p>
      </dgm:t>
    </dgm:pt>
    <dgm:pt modelId="{E40341F5-FE05-4E65-9299-8AAF27D6B6CB}" type="sibTrans" cxnId="{06C5DBD8-A5D8-43D7-83BD-26D16CBA2F44}">
      <dgm:prSet/>
      <dgm:spPr/>
      <dgm:t>
        <a:bodyPr/>
        <a:lstStyle/>
        <a:p>
          <a:endParaRPr lang="en-US"/>
        </a:p>
      </dgm:t>
    </dgm:pt>
    <dgm:pt modelId="{CF145308-5D89-4E62-A629-68AE21C7F0C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Business Intelligence &amp; Service Impact</a:t>
          </a:r>
          <a:r>
            <a:rPr lang="en-GB" dirty="0"/>
            <a:t>: Improve search discoverability, identify backlogs, optimize cataloguing workflows</a:t>
          </a:r>
          <a:endParaRPr lang="en-US" dirty="0"/>
        </a:p>
      </dgm:t>
    </dgm:pt>
    <dgm:pt modelId="{423AC319-22DA-42B0-A01F-469E2897BE06}" type="parTrans" cxnId="{192F3DD4-17B1-4ECE-B565-49A6BFFEB23A}">
      <dgm:prSet/>
      <dgm:spPr/>
      <dgm:t>
        <a:bodyPr/>
        <a:lstStyle/>
        <a:p>
          <a:endParaRPr lang="en-US"/>
        </a:p>
      </dgm:t>
    </dgm:pt>
    <dgm:pt modelId="{37F50FBA-A0F1-4304-BD70-6FF8F31BE6C2}" type="sibTrans" cxnId="{192F3DD4-17B1-4ECE-B565-49A6BFFEB23A}">
      <dgm:prSet/>
      <dgm:spPr/>
      <dgm:t>
        <a:bodyPr/>
        <a:lstStyle/>
        <a:p>
          <a:endParaRPr lang="en-US"/>
        </a:p>
      </dgm:t>
    </dgm:pt>
    <dgm:pt modelId="{3CAC25C5-2FA4-46CE-B455-E1649591D337}" type="pres">
      <dgm:prSet presAssocID="{71A274E2-F0EC-4B05-89A3-BB8716443E60}" presName="root" presStyleCnt="0">
        <dgm:presLayoutVars>
          <dgm:dir/>
          <dgm:resizeHandles val="exact"/>
        </dgm:presLayoutVars>
      </dgm:prSet>
      <dgm:spPr/>
    </dgm:pt>
    <dgm:pt modelId="{20AC7359-6BA7-4EB7-B75A-E20AA5284080}" type="pres">
      <dgm:prSet presAssocID="{7FE76AFB-0408-43C8-A411-166CC5DB5AE6}" presName="compNode" presStyleCnt="0"/>
      <dgm:spPr/>
    </dgm:pt>
    <dgm:pt modelId="{3571B71E-C83D-4870-9969-64D15AD81068}" type="pres">
      <dgm:prSet presAssocID="{7FE76AFB-0408-43C8-A411-166CC5DB5AE6}" presName="bgRect" presStyleLbl="bgShp" presStyleIdx="0" presStyleCnt="3"/>
      <dgm:spPr/>
    </dgm:pt>
    <dgm:pt modelId="{25213E06-6692-4DAE-BCF9-4B6843398699}" type="pres">
      <dgm:prSet presAssocID="{7FE76AFB-0408-43C8-A411-166CC5DB5AE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401845FA-48A5-4CB2-ACB7-058C45CB5E8A}" type="pres">
      <dgm:prSet presAssocID="{7FE76AFB-0408-43C8-A411-166CC5DB5AE6}" presName="spaceRect" presStyleCnt="0"/>
      <dgm:spPr/>
    </dgm:pt>
    <dgm:pt modelId="{3C1648F0-8D5E-4CD6-8899-D87598AE55F3}" type="pres">
      <dgm:prSet presAssocID="{7FE76AFB-0408-43C8-A411-166CC5DB5AE6}" presName="parTx" presStyleLbl="revTx" presStyleIdx="0" presStyleCnt="3">
        <dgm:presLayoutVars>
          <dgm:chMax val="0"/>
          <dgm:chPref val="0"/>
        </dgm:presLayoutVars>
      </dgm:prSet>
      <dgm:spPr/>
    </dgm:pt>
    <dgm:pt modelId="{BA21D53C-E192-404E-8338-3BBA599F1767}" type="pres">
      <dgm:prSet presAssocID="{635DAB9B-1473-4084-9427-0551A2BCD10F}" presName="sibTrans" presStyleCnt="0"/>
      <dgm:spPr/>
    </dgm:pt>
    <dgm:pt modelId="{D94775FC-A1F2-4828-899F-29F26655CE33}" type="pres">
      <dgm:prSet presAssocID="{CBC77772-3895-41D4-A7E9-2B273808C607}" presName="compNode" presStyleCnt="0"/>
      <dgm:spPr/>
    </dgm:pt>
    <dgm:pt modelId="{AF30C710-DD8C-4C34-9D65-B44290CA20CC}" type="pres">
      <dgm:prSet presAssocID="{CBC77772-3895-41D4-A7E9-2B273808C607}" presName="bgRect" presStyleLbl="bgShp" presStyleIdx="1" presStyleCnt="3"/>
      <dgm:spPr/>
    </dgm:pt>
    <dgm:pt modelId="{A02FAF16-812F-4880-8D52-F8D3F6D2138F}" type="pres">
      <dgm:prSet presAssocID="{CBC77772-3895-41D4-A7E9-2B273808C60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F5229DE7-CCA2-476A-B01D-0736779EA7E4}" type="pres">
      <dgm:prSet presAssocID="{CBC77772-3895-41D4-A7E9-2B273808C607}" presName="spaceRect" presStyleCnt="0"/>
      <dgm:spPr/>
    </dgm:pt>
    <dgm:pt modelId="{1B77C6BC-95C1-43CC-B6C8-F3925906B740}" type="pres">
      <dgm:prSet presAssocID="{CBC77772-3895-41D4-A7E9-2B273808C607}" presName="parTx" presStyleLbl="revTx" presStyleIdx="1" presStyleCnt="3">
        <dgm:presLayoutVars>
          <dgm:chMax val="0"/>
          <dgm:chPref val="0"/>
        </dgm:presLayoutVars>
      </dgm:prSet>
      <dgm:spPr/>
    </dgm:pt>
    <dgm:pt modelId="{B8219CDB-0C2E-4067-BE82-70735C4C0F97}" type="pres">
      <dgm:prSet presAssocID="{E40341F5-FE05-4E65-9299-8AAF27D6B6CB}" presName="sibTrans" presStyleCnt="0"/>
      <dgm:spPr/>
    </dgm:pt>
    <dgm:pt modelId="{133EFF16-A987-4590-8F4D-4BBBFB69A3F2}" type="pres">
      <dgm:prSet presAssocID="{CF145308-5D89-4E62-A629-68AE21C7F0C9}" presName="compNode" presStyleCnt="0"/>
      <dgm:spPr/>
    </dgm:pt>
    <dgm:pt modelId="{6543E80E-52B8-48D2-8C3C-A37186E33F62}" type="pres">
      <dgm:prSet presAssocID="{CF145308-5D89-4E62-A629-68AE21C7F0C9}" presName="bgRect" presStyleLbl="bgShp" presStyleIdx="2" presStyleCnt="3"/>
      <dgm:spPr/>
    </dgm:pt>
    <dgm:pt modelId="{9720F1C1-2A00-4301-B352-DBCE0664C850}" type="pres">
      <dgm:prSet presAssocID="{CF145308-5D89-4E62-A629-68AE21C7F0C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4F1E1F7B-FEBA-4114-B9A6-E479821703FF}" type="pres">
      <dgm:prSet presAssocID="{CF145308-5D89-4E62-A629-68AE21C7F0C9}" presName="spaceRect" presStyleCnt="0"/>
      <dgm:spPr/>
    </dgm:pt>
    <dgm:pt modelId="{1DF1D74A-5488-4456-BED8-3C7D6EE29CEE}" type="pres">
      <dgm:prSet presAssocID="{CF145308-5D89-4E62-A629-68AE21C7F0C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4F61530-0335-4FDA-BADD-672D24D760DC}" type="presOf" srcId="{CBC77772-3895-41D4-A7E9-2B273808C607}" destId="{1B77C6BC-95C1-43CC-B6C8-F3925906B740}" srcOrd="0" destOrd="0" presId="urn:microsoft.com/office/officeart/2018/2/layout/IconVerticalSolidList"/>
    <dgm:cxn modelId="{B3EAD152-C746-45D0-A5B7-16BFA1BD24E2}" type="presOf" srcId="{7FE76AFB-0408-43C8-A411-166CC5DB5AE6}" destId="{3C1648F0-8D5E-4CD6-8899-D87598AE55F3}" srcOrd="0" destOrd="0" presId="urn:microsoft.com/office/officeart/2018/2/layout/IconVerticalSolidList"/>
    <dgm:cxn modelId="{3DEDB555-B2DE-4609-9E0C-633EB3E182A7}" type="presOf" srcId="{71A274E2-F0EC-4B05-89A3-BB8716443E60}" destId="{3CAC25C5-2FA4-46CE-B455-E1649591D337}" srcOrd="0" destOrd="0" presId="urn:microsoft.com/office/officeart/2018/2/layout/IconVerticalSolidList"/>
    <dgm:cxn modelId="{2D143DAC-BE8D-45C8-A9D3-DF1EA0ED840D}" type="presOf" srcId="{CF145308-5D89-4E62-A629-68AE21C7F0C9}" destId="{1DF1D74A-5488-4456-BED8-3C7D6EE29CEE}" srcOrd="0" destOrd="0" presId="urn:microsoft.com/office/officeart/2018/2/layout/IconVerticalSolidList"/>
    <dgm:cxn modelId="{192F3DD4-17B1-4ECE-B565-49A6BFFEB23A}" srcId="{71A274E2-F0EC-4B05-89A3-BB8716443E60}" destId="{CF145308-5D89-4E62-A629-68AE21C7F0C9}" srcOrd="2" destOrd="0" parTransId="{423AC319-22DA-42B0-A01F-469E2897BE06}" sibTransId="{37F50FBA-A0F1-4304-BD70-6FF8F31BE6C2}"/>
    <dgm:cxn modelId="{06C5DBD8-A5D8-43D7-83BD-26D16CBA2F44}" srcId="{71A274E2-F0EC-4B05-89A3-BB8716443E60}" destId="{CBC77772-3895-41D4-A7E9-2B273808C607}" srcOrd="1" destOrd="0" parTransId="{42D9E628-64F3-451B-A062-585FFBC8DC45}" sibTransId="{E40341F5-FE05-4E65-9299-8AAF27D6B6CB}"/>
    <dgm:cxn modelId="{940650FA-DDED-4156-A325-02F77DFD7496}" srcId="{71A274E2-F0EC-4B05-89A3-BB8716443E60}" destId="{7FE76AFB-0408-43C8-A411-166CC5DB5AE6}" srcOrd="0" destOrd="0" parTransId="{272E3500-7F1F-4343-BB9D-7239BA66A2B8}" sibTransId="{635DAB9B-1473-4084-9427-0551A2BCD10F}"/>
    <dgm:cxn modelId="{1B581DE9-72CE-46FA-B884-9DF82796DA25}" type="presParOf" srcId="{3CAC25C5-2FA4-46CE-B455-E1649591D337}" destId="{20AC7359-6BA7-4EB7-B75A-E20AA5284080}" srcOrd="0" destOrd="0" presId="urn:microsoft.com/office/officeart/2018/2/layout/IconVerticalSolidList"/>
    <dgm:cxn modelId="{70D4882E-218A-4863-9B51-2800B6AAE50C}" type="presParOf" srcId="{20AC7359-6BA7-4EB7-B75A-E20AA5284080}" destId="{3571B71E-C83D-4870-9969-64D15AD81068}" srcOrd="0" destOrd="0" presId="urn:microsoft.com/office/officeart/2018/2/layout/IconVerticalSolidList"/>
    <dgm:cxn modelId="{CDB295A9-7564-444C-A7F0-425D47A40383}" type="presParOf" srcId="{20AC7359-6BA7-4EB7-B75A-E20AA5284080}" destId="{25213E06-6692-4DAE-BCF9-4B6843398699}" srcOrd="1" destOrd="0" presId="urn:microsoft.com/office/officeart/2018/2/layout/IconVerticalSolidList"/>
    <dgm:cxn modelId="{37370093-A355-4A9D-9D2F-4B92A4548749}" type="presParOf" srcId="{20AC7359-6BA7-4EB7-B75A-E20AA5284080}" destId="{401845FA-48A5-4CB2-ACB7-058C45CB5E8A}" srcOrd="2" destOrd="0" presId="urn:microsoft.com/office/officeart/2018/2/layout/IconVerticalSolidList"/>
    <dgm:cxn modelId="{CFE1148B-FCB0-459F-99EA-14EA10C52703}" type="presParOf" srcId="{20AC7359-6BA7-4EB7-B75A-E20AA5284080}" destId="{3C1648F0-8D5E-4CD6-8899-D87598AE55F3}" srcOrd="3" destOrd="0" presId="urn:microsoft.com/office/officeart/2018/2/layout/IconVerticalSolidList"/>
    <dgm:cxn modelId="{FAA6E5F2-A727-40BB-BE48-36229C2823E4}" type="presParOf" srcId="{3CAC25C5-2FA4-46CE-B455-E1649591D337}" destId="{BA21D53C-E192-404E-8338-3BBA599F1767}" srcOrd="1" destOrd="0" presId="urn:microsoft.com/office/officeart/2018/2/layout/IconVerticalSolidList"/>
    <dgm:cxn modelId="{0D35D0A8-6EFB-49DC-AF5A-AC637B678F48}" type="presParOf" srcId="{3CAC25C5-2FA4-46CE-B455-E1649591D337}" destId="{D94775FC-A1F2-4828-899F-29F26655CE33}" srcOrd="2" destOrd="0" presId="urn:microsoft.com/office/officeart/2018/2/layout/IconVerticalSolidList"/>
    <dgm:cxn modelId="{25D1CCBC-6693-4B39-AB2C-8CDE15B16FA1}" type="presParOf" srcId="{D94775FC-A1F2-4828-899F-29F26655CE33}" destId="{AF30C710-DD8C-4C34-9D65-B44290CA20CC}" srcOrd="0" destOrd="0" presId="urn:microsoft.com/office/officeart/2018/2/layout/IconVerticalSolidList"/>
    <dgm:cxn modelId="{9141F0E4-7376-4596-826E-2018E7422E42}" type="presParOf" srcId="{D94775FC-A1F2-4828-899F-29F26655CE33}" destId="{A02FAF16-812F-4880-8D52-F8D3F6D2138F}" srcOrd="1" destOrd="0" presId="urn:microsoft.com/office/officeart/2018/2/layout/IconVerticalSolidList"/>
    <dgm:cxn modelId="{31A06F8E-2C8B-4B34-9B52-6812D480B1A4}" type="presParOf" srcId="{D94775FC-A1F2-4828-899F-29F26655CE33}" destId="{F5229DE7-CCA2-476A-B01D-0736779EA7E4}" srcOrd="2" destOrd="0" presId="urn:microsoft.com/office/officeart/2018/2/layout/IconVerticalSolidList"/>
    <dgm:cxn modelId="{5087FABE-7558-433E-AD2C-629BEA9708E6}" type="presParOf" srcId="{D94775FC-A1F2-4828-899F-29F26655CE33}" destId="{1B77C6BC-95C1-43CC-B6C8-F3925906B740}" srcOrd="3" destOrd="0" presId="urn:microsoft.com/office/officeart/2018/2/layout/IconVerticalSolidList"/>
    <dgm:cxn modelId="{793ECCB9-4007-406D-80ED-13E2C825D6CC}" type="presParOf" srcId="{3CAC25C5-2FA4-46CE-B455-E1649591D337}" destId="{B8219CDB-0C2E-4067-BE82-70735C4C0F97}" srcOrd="3" destOrd="0" presId="urn:microsoft.com/office/officeart/2018/2/layout/IconVerticalSolidList"/>
    <dgm:cxn modelId="{38D5FA96-EF54-4288-8888-0B2CEA43D5A8}" type="presParOf" srcId="{3CAC25C5-2FA4-46CE-B455-E1649591D337}" destId="{133EFF16-A987-4590-8F4D-4BBBFB69A3F2}" srcOrd="4" destOrd="0" presId="urn:microsoft.com/office/officeart/2018/2/layout/IconVerticalSolidList"/>
    <dgm:cxn modelId="{048B5704-F07E-4A57-874D-586FF839303A}" type="presParOf" srcId="{133EFF16-A987-4590-8F4D-4BBBFB69A3F2}" destId="{6543E80E-52B8-48D2-8C3C-A37186E33F62}" srcOrd="0" destOrd="0" presId="urn:microsoft.com/office/officeart/2018/2/layout/IconVerticalSolidList"/>
    <dgm:cxn modelId="{745C8DA5-1C86-4A15-A673-74BD8E607B53}" type="presParOf" srcId="{133EFF16-A987-4590-8F4D-4BBBFB69A3F2}" destId="{9720F1C1-2A00-4301-B352-DBCE0664C850}" srcOrd="1" destOrd="0" presId="urn:microsoft.com/office/officeart/2018/2/layout/IconVerticalSolidList"/>
    <dgm:cxn modelId="{98D13AC2-E38A-42C0-9E10-1A9E207116E1}" type="presParOf" srcId="{133EFF16-A987-4590-8F4D-4BBBFB69A3F2}" destId="{4F1E1F7B-FEBA-4114-B9A6-E479821703FF}" srcOrd="2" destOrd="0" presId="urn:microsoft.com/office/officeart/2018/2/layout/IconVerticalSolidList"/>
    <dgm:cxn modelId="{108DE4AE-ECDE-4563-B459-2A13158FB686}" type="presParOf" srcId="{133EFF16-A987-4590-8F4D-4BBBFB69A3F2}" destId="{1DF1D74A-5488-4456-BED8-3C7D6EE29CE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1A274E2-F0EC-4B05-89A3-BB8716443E6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E76AFB-0408-43C8-A411-166CC5DB5AE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Daily Operation / Activity</a:t>
          </a:r>
          <a:r>
            <a:rPr lang="en-GB" dirty="0"/>
            <a:t>: Journal check-ins, subscription renewals, usage tracking</a:t>
          </a:r>
          <a:endParaRPr lang="en-US" dirty="0"/>
        </a:p>
      </dgm:t>
    </dgm:pt>
    <dgm:pt modelId="{272E3500-7F1F-4343-BB9D-7239BA66A2B8}" type="parTrans" cxnId="{940650FA-DDED-4156-A325-02F77DFD7496}">
      <dgm:prSet/>
      <dgm:spPr/>
      <dgm:t>
        <a:bodyPr/>
        <a:lstStyle/>
        <a:p>
          <a:endParaRPr lang="en-US"/>
        </a:p>
      </dgm:t>
    </dgm:pt>
    <dgm:pt modelId="{635DAB9B-1473-4084-9427-0551A2BCD10F}" type="sibTrans" cxnId="{940650FA-DDED-4156-A325-02F77DFD7496}">
      <dgm:prSet/>
      <dgm:spPr/>
      <dgm:t>
        <a:bodyPr/>
        <a:lstStyle/>
        <a:p>
          <a:endParaRPr lang="en-US"/>
        </a:p>
      </dgm:t>
    </dgm:pt>
    <dgm:pt modelId="{CBC77772-3895-41D4-A7E9-2B273808C60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Raw Data Generated</a:t>
          </a:r>
          <a:r>
            <a:rPr lang="en-GB" dirty="0"/>
            <a:t>: Counter reports, price-per-use, unbound item usage</a:t>
          </a:r>
          <a:endParaRPr lang="en-US" dirty="0"/>
        </a:p>
      </dgm:t>
    </dgm:pt>
    <dgm:pt modelId="{42D9E628-64F3-451B-A062-585FFBC8DC45}" type="parTrans" cxnId="{06C5DBD8-A5D8-43D7-83BD-26D16CBA2F44}">
      <dgm:prSet/>
      <dgm:spPr/>
      <dgm:t>
        <a:bodyPr/>
        <a:lstStyle/>
        <a:p>
          <a:endParaRPr lang="en-US"/>
        </a:p>
      </dgm:t>
    </dgm:pt>
    <dgm:pt modelId="{E40341F5-FE05-4E65-9299-8AAF27D6B6CB}" type="sibTrans" cxnId="{06C5DBD8-A5D8-43D7-83BD-26D16CBA2F44}">
      <dgm:prSet/>
      <dgm:spPr/>
      <dgm:t>
        <a:bodyPr/>
        <a:lstStyle/>
        <a:p>
          <a:endParaRPr lang="en-US"/>
        </a:p>
      </dgm:t>
    </dgm:pt>
    <dgm:pt modelId="{CF145308-5D89-4E62-A629-68AE21C7F0C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Business Intelligence &amp; Service Impact</a:t>
          </a:r>
          <a:r>
            <a:rPr lang="en-GB" dirty="0"/>
            <a:t>: Decide which journal subscriptions to renew, cancel, or move to open access</a:t>
          </a:r>
          <a:endParaRPr lang="en-US" dirty="0"/>
        </a:p>
      </dgm:t>
    </dgm:pt>
    <dgm:pt modelId="{423AC319-22DA-42B0-A01F-469E2897BE06}" type="parTrans" cxnId="{192F3DD4-17B1-4ECE-B565-49A6BFFEB23A}">
      <dgm:prSet/>
      <dgm:spPr/>
      <dgm:t>
        <a:bodyPr/>
        <a:lstStyle/>
        <a:p>
          <a:endParaRPr lang="en-US"/>
        </a:p>
      </dgm:t>
    </dgm:pt>
    <dgm:pt modelId="{37F50FBA-A0F1-4304-BD70-6FF8F31BE6C2}" type="sibTrans" cxnId="{192F3DD4-17B1-4ECE-B565-49A6BFFEB23A}">
      <dgm:prSet/>
      <dgm:spPr/>
      <dgm:t>
        <a:bodyPr/>
        <a:lstStyle/>
        <a:p>
          <a:endParaRPr lang="en-US"/>
        </a:p>
      </dgm:t>
    </dgm:pt>
    <dgm:pt modelId="{3CAC25C5-2FA4-46CE-B455-E1649591D337}" type="pres">
      <dgm:prSet presAssocID="{71A274E2-F0EC-4B05-89A3-BB8716443E60}" presName="root" presStyleCnt="0">
        <dgm:presLayoutVars>
          <dgm:dir/>
          <dgm:resizeHandles val="exact"/>
        </dgm:presLayoutVars>
      </dgm:prSet>
      <dgm:spPr/>
    </dgm:pt>
    <dgm:pt modelId="{20AC7359-6BA7-4EB7-B75A-E20AA5284080}" type="pres">
      <dgm:prSet presAssocID="{7FE76AFB-0408-43C8-A411-166CC5DB5AE6}" presName="compNode" presStyleCnt="0"/>
      <dgm:spPr/>
    </dgm:pt>
    <dgm:pt modelId="{3571B71E-C83D-4870-9969-64D15AD81068}" type="pres">
      <dgm:prSet presAssocID="{7FE76AFB-0408-43C8-A411-166CC5DB5AE6}" presName="bgRect" presStyleLbl="bgShp" presStyleIdx="0" presStyleCnt="3"/>
      <dgm:spPr/>
    </dgm:pt>
    <dgm:pt modelId="{25213E06-6692-4DAE-BCF9-4B6843398699}" type="pres">
      <dgm:prSet presAssocID="{7FE76AFB-0408-43C8-A411-166CC5DB5AE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401845FA-48A5-4CB2-ACB7-058C45CB5E8A}" type="pres">
      <dgm:prSet presAssocID="{7FE76AFB-0408-43C8-A411-166CC5DB5AE6}" presName="spaceRect" presStyleCnt="0"/>
      <dgm:spPr/>
    </dgm:pt>
    <dgm:pt modelId="{3C1648F0-8D5E-4CD6-8899-D87598AE55F3}" type="pres">
      <dgm:prSet presAssocID="{7FE76AFB-0408-43C8-A411-166CC5DB5AE6}" presName="parTx" presStyleLbl="revTx" presStyleIdx="0" presStyleCnt="3">
        <dgm:presLayoutVars>
          <dgm:chMax val="0"/>
          <dgm:chPref val="0"/>
        </dgm:presLayoutVars>
      </dgm:prSet>
      <dgm:spPr/>
    </dgm:pt>
    <dgm:pt modelId="{BA21D53C-E192-404E-8338-3BBA599F1767}" type="pres">
      <dgm:prSet presAssocID="{635DAB9B-1473-4084-9427-0551A2BCD10F}" presName="sibTrans" presStyleCnt="0"/>
      <dgm:spPr/>
    </dgm:pt>
    <dgm:pt modelId="{D94775FC-A1F2-4828-899F-29F26655CE33}" type="pres">
      <dgm:prSet presAssocID="{CBC77772-3895-41D4-A7E9-2B273808C607}" presName="compNode" presStyleCnt="0"/>
      <dgm:spPr/>
    </dgm:pt>
    <dgm:pt modelId="{AF30C710-DD8C-4C34-9D65-B44290CA20CC}" type="pres">
      <dgm:prSet presAssocID="{CBC77772-3895-41D4-A7E9-2B273808C607}" presName="bgRect" presStyleLbl="bgShp" presStyleIdx="1" presStyleCnt="3"/>
      <dgm:spPr/>
    </dgm:pt>
    <dgm:pt modelId="{A02FAF16-812F-4880-8D52-F8D3F6D2138F}" type="pres">
      <dgm:prSet presAssocID="{CBC77772-3895-41D4-A7E9-2B273808C60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F5229DE7-CCA2-476A-B01D-0736779EA7E4}" type="pres">
      <dgm:prSet presAssocID="{CBC77772-3895-41D4-A7E9-2B273808C607}" presName="spaceRect" presStyleCnt="0"/>
      <dgm:spPr/>
    </dgm:pt>
    <dgm:pt modelId="{1B77C6BC-95C1-43CC-B6C8-F3925906B740}" type="pres">
      <dgm:prSet presAssocID="{CBC77772-3895-41D4-A7E9-2B273808C607}" presName="parTx" presStyleLbl="revTx" presStyleIdx="1" presStyleCnt="3">
        <dgm:presLayoutVars>
          <dgm:chMax val="0"/>
          <dgm:chPref val="0"/>
        </dgm:presLayoutVars>
      </dgm:prSet>
      <dgm:spPr/>
    </dgm:pt>
    <dgm:pt modelId="{B8219CDB-0C2E-4067-BE82-70735C4C0F97}" type="pres">
      <dgm:prSet presAssocID="{E40341F5-FE05-4E65-9299-8AAF27D6B6CB}" presName="sibTrans" presStyleCnt="0"/>
      <dgm:spPr/>
    </dgm:pt>
    <dgm:pt modelId="{133EFF16-A987-4590-8F4D-4BBBFB69A3F2}" type="pres">
      <dgm:prSet presAssocID="{CF145308-5D89-4E62-A629-68AE21C7F0C9}" presName="compNode" presStyleCnt="0"/>
      <dgm:spPr/>
    </dgm:pt>
    <dgm:pt modelId="{6543E80E-52B8-48D2-8C3C-A37186E33F62}" type="pres">
      <dgm:prSet presAssocID="{CF145308-5D89-4E62-A629-68AE21C7F0C9}" presName="bgRect" presStyleLbl="bgShp" presStyleIdx="2" presStyleCnt="3"/>
      <dgm:spPr/>
    </dgm:pt>
    <dgm:pt modelId="{9720F1C1-2A00-4301-B352-DBCE0664C850}" type="pres">
      <dgm:prSet presAssocID="{CF145308-5D89-4E62-A629-68AE21C7F0C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4F1E1F7B-FEBA-4114-B9A6-E479821703FF}" type="pres">
      <dgm:prSet presAssocID="{CF145308-5D89-4E62-A629-68AE21C7F0C9}" presName="spaceRect" presStyleCnt="0"/>
      <dgm:spPr/>
    </dgm:pt>
    <dgm:pt modelId="{1DF1D74A-5488-4456-BED8-3C7D6EE29CEE}" type="pres">
      <dgm:prSet presAssocID="{CF145308-5D89-4E62-A629-68AE21C7F0C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4F61530-0335-4FDA-BADD-672D24D760DC}" type="presOf" srcId="{CBC77772-3895-41D4-A7E9-2B273808C607}" destId="{1B77C6BC-95C1-43CC-B6C8-F3925906B740}" srcOrd="0" destOrd="0" presId="urn:microsoft.com/office/officeart/2018/2/layout/IconVerticalSolidList"/>
    <dgm:cxn modelId="{B3EAD152-C746-45D0-A5B7-16BFA1BD24E2}" type="presOf" srcId="{7FE76AFB-0408-43C8-A411-166CC5DB5AE6}" destId="{3C1648F0-8D5E-4CD6-8899-D87598AE55F3}" srcOrd="0" destOrd="0" presId="urn:microsoft.com/office/officeart/2018/2/layout/IconVerticalSolidList"/>
    <dgm:cxn modelId="{3DEDB555-B2DE-4609-9E0C-633EB3E182A7}" type="presOf" srcId="{71A274E2-F0EC-4B05-89A3-BB8716443E60}" destId="{3CAC25C5-2FA4-46CE-B455-E1649591D337}" srcOrd="0" destOrd="0" presId="urn:microsoft.com/office/officeart/2018/2/layout/IconVerticalSolidList"/>
    <dgm:cxn modelId="{2D143DAC-BE8D-45C8-A9D3-DF1EA0ED840D}" type="presOf" srcId="{CF145308-5D89-4E62-A629-68AE21C7F0C9}" destId="{1DF1D74A-5488-4456-BED8-3C7D6EE29CEE}" srcOrd="0" destOrd="0" presId="urn:microsoft.com/office/officeart/2018/2/layout/IconVerticalSolidList"/>
    <dgm:cxn modelId="{192F3DD4-17B1-4ECE-B565-49A6BFFEB23A}" srcId="{71A274E2-F0EC-4B05-89A3-BB8716443E60}" destId="{CF145308-5D89-4E62-A629-68AE21C7F0C9}" srcOrd="2" destOrd="0" parTransId="{423AC319-22DA-42B0-A01F-469E2897BE06}" sibTransId="{37F50FBA-A0F1-4304-BD70-6FF8F31BE6C2}"/>
    <dgm:cxn modelId="{06C5DBD8-A5D8-43D7-83BD-26D16CBA2F44}" srcId="{71A274E2-F0EC-4B05-89A3-BB8716443E60}" destId="{CBC77772-3895-41D4-A7E9-2B273808C607}" srcOrd="1" destOrd="0" parTransId="{42D9E628-64F3-451B-A062-585FFBC8DC45}" sibTransId="{E40341F5-FE05-4E65-9299-8AAF27D6B6CB}"/>
    <dgm:cxn modelId="{940650FA-DDED-4156-A325-02F77DFD7496}" srcId="{71A274E2-F0EC-4B05-89A3-BB8716443E60}" destId="{7FE76AFB-0408-43C8-A411-166CC5DB5AE6}" srcOrd="0" destOrd="0" parTransId="{272E3500-7F1F-4343-BB9D-7239BA66A2B8}" sibTransId="{635DAB9B-1473-4084-9427-0551A2BCD10F}"/>
    <dgm:cxn modelId="{1B581DE9-72CE-46FA-B884-9DF82796DA25}" type="presParOf" srcId="{3CAC25C5-2FA4-46CE-B455-E1649591D337}" destId="{20AC7359-6BA7-4EB7-B75A-E20AA5284080}" srcOrd="0" destOrd="0" presId="urn:microsoft.com/office/officeart/2018/2/layout/IconVerticalSolidList"/>
    <dgm:cxn modelId="{70D4882E-218A-4863-9B51-2800B6AAE50C}" type="presParOf" srcId="{20AC7359-6BA7-4EB7-B75A-E20AA5284080}" destId="{3571B71E-C83D-4870-9969-64D15AD81068}" srcOrd="0" destOrd="0" presId="urn:microsoft.com/office/officeart/2018/2/layout/IconVerticalSolidList"/>
    <dgm:cxn modelId="{CDB295A9-7564-444C-A7F0-425D47A40383}" type="presParOf" srcId="{20AC7359-6BA7-4EB7-B75A-E20AA5284080}" destId="{25213E06-6692-4DAE-BCF9-4B6843398699}" srcOrd="1" destOrd="0" presId="urn:microsoft.com/office/officeart/2018/2/layout/IconVerticalSolidList"/>
    <dgm:cxn modelId="{37370093-A355-4A9D-9D2F-4B92A4548749}" type="presParOf" srcId="{20AC7359-6BA7-4EB7-B75A-E20AA5284080}" destId="{401845FA-48A5-4CB2-ACB7-058C45CB5E8A}" srcOrd="2" destOrd="0" presId="urn:microsoft.com/office/officeart/2018/2/layout/IconVerticalSolidList"/>
    <dgm:cxn modelId="{CFE1148B-FCB0-459F-99EA-14EA10C52703}" type="presParOf" srcId="{20AC7359-6BA7-4EB7-B75A-E20AA5284080}" destId="{3C1648F0-8D5E-4CD6-8899-D87598AE55F3}" srcOrd="3" destOrd="0" presId="urn:microsoft.com/office/officeart/2018/2/layout/IconVerticalSolidList"/>
    <dgm:cxn modelId="{FAA6E5F2-A727-40BB-BE48-36229C2823E4}" type="presParOf" srcId="{3CAC25C5-2FA4-46CE-B455-E1649591D337}" destId="{BA21D53C-E192-404E-8338-3BBA599F1767}" srcOrd="1" destOrd="0" presId="urn:microsoft.com/office/officeart/2018/2/layout/IconVerticalSolidList"/>
    <dgm:cxn modelId="{0D35D0A8-6EFB-49DC-AF5A-AC637B678F48}" type="presParOf" srcId="{3CAC25C5-2FA4-46CE-B455-E1649591D337}" destId="{D94775FC-A1F2-4828-899F-29F26655CE33}" srcOrd="2" destOrd="0" presId="urn:microsoft.com/office/officeart/2018/2/layout/IconVerticalSolidList"/>
    <dgm:cxn modelId="{25D1CCBC-6693-4B39-AB2C-8CDE15B16FA1}" type="presParOf" srcId="{D94775FC-A1F2-4828-899F-29F26655CE33}" destId="{AF30C710-DD8C-4C34-9D65-B44290CA20CC}" srcOrd="0" destOrd="0" presId="urn:microsoft.com/office/officeart/2018/2/layout/IconVerticalSolidList"/>
    <dgm:cxn modelId="{9141F0E4-7376-4596-826E-2018E7422E42}" type="presParOf" srcId="{D94775FC-A1F2-4828-899F-29F26655CE33}" destId="{A02FAF16-812F-4880-8D52-F8D3F6D2138F}" srcOrd="1" destOrd="0" presId="urn:microsoft.com/office/officeart/2018/2/layout/IconVerticalSolidList"/>
    <dgm:cxn modelId="{31A06F8E-2C8B-4B34-9B52-6812D480B1A4}" type="presParOf" srcId="{D94775FC-A1F2-4828-899F-29F26655CE33}" destId="{F5229DE7-CCA2-476A-B01D-0736779EA7E4}" srcOrd="2" destOrd="0" presId="urn:microsoft.com/office/officeart/2018/2/layout/IconVerticalSolidList"/>
    <dgm:cxn modelId="{5087FABE-7558-433E-AD2C-629BEA9708E6}" type="presParOf" srcId="{D94775FC-A1F2-4828-899F-29F26655CE33}" destId="{1B77C6BC-95C1-43CC-B6C8-F3925906B740}" srcOrd="3" destOrd="0" presId="urn:microsoft.com/office/officeart/2018/2/layout/IconVerticalSolidList"/>
    <dgm:cxn modelId="{793ECCB9-4007-406D-80ED-13E2C825D6CC}" type="presParOf" srcId="{3CAC25C5-2FA4-46CE-B455-E1649591D337}" destId="{B8219CDB-0C2E-4067-BE82-70735C4C0F97}" srcOrd="3" destOrd="0" presId="urn:microsoft.com/office/officeart/2018/2/layout/IconVerticalSolidList"/>
    <dgm:cxn modelId="{38D5FA96-EF54-4288-8888-0B2CEA43D5A8}" type="presParOf" srcId="{3CAC25C5-2FA4-46CE-B455-E1649591D337}" destId="{133EFF16-A987-4590-8F4D-4BBBFB69A3F2}" srcOrd="4" destOrd="0" presId="urn:microsoft.com/office/officeart/2018/2/layout/IconVerticalSolidList"/>
    <dgm:cxn modelId="{048B5704-F07E-4A57-874D-586FF839303A}" type="presParOf" srcId="{133EFF16-A987-4590-8F4D-4BBBFB69A3F2}" destId="{6543E80E-52B8-48D2-8C3C-A37186E33F62}" srcOrd="0" destOrd="0" presId="urn:microsoft.com/office/officeart/2018/2/layout/IconVerticalSolidList"/>
    <dgm:cxn modelId="{745C8DA5-1C86-4A15-A673-74BD8E607B53}" type="presParOf" srcId="{133EFF16-A987-4590-8F4D-4BBBFB69A3F2}" destId="{9720F1C1-2A00-4301-B352-DBCE0664C850}" srcOrd="1" destOrd="0" presId="urn:microsoft.com/office/officeart/2018/2/layout/IconVerticalSolidList"/>
    <dgm:cxn modelId="{98D13AC2-E38A-42C0-9E10-1A9E207116E1}" type="presParOf" srcId="{133EFF16-A987-4590-8F4D-4BBBFB69A3F2}" destId="{4F1E1F7B-FEBA-4114-B9A6-E479821703FF}" srcOrd="2" destOrd="0" presId="urn:microsoft.com/office/officeart/2018/2/layout/IconVerticalSolidList"/>
    <dgm:cxn modelId="{108DE4AE-ECDE-4563-B459-2A13158FB686}" type="presParOf" srcId="{133EFF16-A987-4590-8F4D-4BBBFB69A3F2}" destId="{1DF1D74A-5488-4456-BED8-3C7D6EE29CE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1A274E2-F0EC-4B05-89A3-BB8716443E6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E76AFB-0408-43C8-A411-166CC5DB5AE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Daily Operation / Activity</a:t>
          </a:r>
          <a:r>
            <a:rPr lang="en-GB" dirty="0"/>
            <a:t>: Wi-Fi logins, website hits, electronic database searches</a:t>
          </a:r>
          <a:endParaRPr lang="en-US" dirty="0"/>
        </a:p>
      </dgm:t>
    </dgm:pt>
    <dgm:pt modelId="{272E3500-7F1F-4343-BB9D-7239BA66A2B8}" type="parTrans" cxnId="{940650FA-DDED-4156-A325-02F77DFD7496}">
      <dgm:prSet/>
      <dgm:spPr/>
      <dgm:t>
        <a:bodyPr/>
        <a:lstStyle/>
        <a:p>
          <a:endParaRPr lang="en-US"/>
        </a:p>
      </dgm:t>
    </dgm:pt>
    <dgm:pt modelId="{635DAB9B-1473-4084-9427-0551A2BCD10F}" type="sibTrans" cxnId="{940650FA-DDED-4156-A325-02F77DFD7496}">
      <dgm:prSet/>
      <dgm:spPr/>
      <dgm:t>
        <a:bodyPr/>
        <a:lstStyle/>
        <a:p>
          <a:endParaRPr lang="en-US"/>
        </a:p>
      </dgm:t>
    </dgm:pt>
    <dgm:pt modelId="{CBC77772-3895-41D4-A7E9-2B273808C60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Raw Data Generated</a:t>
          </a:r>
          <a:r>
            <a:rPr lang="en-GB" dirty="0"/>
            <a:t>: IP location logs, proxy server authentication, error logs</a:t>
          </a:r>
          <a:endParaRPr lang="en-US" dirty="0"/>
        </a:p>
      </dgm:t>
    </dgm:pt>
    <dgm:pt modelId="{42D9E628-64F3-451B-A062-585FFBC8DC45}" type="parTrans" cxnId="{06C5DBD8-A5D8-43D7-83BD-26D16CBA2F44}">
      <dgm:prSet/>
      <dgm:spPr/>
      <dgm:t>
        <a:bodyPr/>
        <a:lstStyle/>
        <a:p>
          <a:endParaRPr lang="en-US"/>
        </a:p>
      </dgm:t>
    </dgm:pt>
    <dgm:pt modelId="{E40341F5-FE05-4E65-9299-8AAF27D6B6CB}" type="sibTrans" cxnId="{06C5DBD8-A5D8-43D7-83BD-26D16CBA2F44}">
      <dgm:prSet/>
      <dgm:spPr/>
      <dgm:t>
        <a:bodyPr/>
        <a:lstStyle/>
        <a:p>
          <a:endParaRPr lang="en-US"/>
        </a:p>
      </dgm:t>
    </dgm:pt>
    <dgm:pt modelId="{CF145308-5D89-4E62-A629-68AE21C7F0C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Business Intelligence &amp; Service Impact</a:t>
          </a:r>
          <a:r>
            <a:rPr lang="en-GB" dirty="0"/>
            <a:t>: Upgrade digital infrastructure, assess remote resource access, improve website UX</a:t>
          </a:r>
          <a:endParaRPr lang="en-US" dirty="0"/>
        </a:p>
      </dgm:t>
    </dgm:pt>
    <dgm:pt modelId="{423AC319-22DA-42B0-A01F-469E2897BE06}" type="parTrans" cxnId="{192F3DD4-17B1-4ECE-B565-49A6BFFEB23A}">
      <dgm:prSet/>
      <dgm:spPr/>
      <dgm:t>
        <a:bodyPr/>
        <a:lstStyle/>
        <a:p>
          <a:endParaRPr lang="en-US"/>
        </a:p>
      </dgm:t>
    </dgm:pt>
    <dgm:pt modelId="{37F50FBA-A0F1-4304-BD70-6FF8F31BE6C2}" type="sibTrans" cxnId="{192F3DD4-17B1-4ECE-B565-49A6BFFEB23A}">
      <dgm:prSet/>
      <dgm:spPr/>
      <dgm:t>
        <a:bodyPr/>
        <a:lstStyle/>
        <a:p>
          <a:endParaRPr lang="en-US"/>
        </a:p>
      </dgm:t>
    </dgm:pt>
    <dgm:pt modelId="{3CAC25C5-2FA4-46CE-B455-E1649591D337}" type="pres">
      <dgm:prSet presAssocID="{71A274E2-F0EC-4B05-89A3-BB8716443E60}" presName="root" presStyleCnt="0">
        <dgm:presLayoutVars>
          <dgm:dir/>
          <dgm:resizeHandles val="exact"/>
        </dgm:presLayoutVars>
      </dgm:prSet>
      <dgm:spPr/>
    </dgm:pt>
    <dgm:pt modelId="{20AC7359-6BA7-4EB7-B75A-E20AA5284080}" type="pres">
      <dgm:prSet presAssocID="{7FE76AFB-0408-43C8-A411-166CC5DB5AE6}" presName="compNode" presStyleCnt="0"/>
      <dgm:spPr/>
    </dgm:pt>
    <dgm:pt modelId="{3571B71E-C83D-4870-9969-64D15AD81068}" type="pres">
      <dgm:prSet presAssocID="{7FE76AFB-0408-43C8-A411-166CC5DB5AE6}" presName="bgRect" presStyleLbl="bgShp" presStyleIdx="0" presStyleCnt="3"/>
      <dgm:spPr/>
    </dgm:pt>
    <dgm:pt modelId="{25213E06-6692-4DAE-BCF9-4B6843398699}" type="pres">
      <dgm:prSet presAssocID="{7FE76AFB-0408-43C8-A411-166CC5DB5AE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401845FA-48A5-4CB2-ACB7-058C45CB5E8A}" type="pres">
      <dgm:prSet presAssocID="{7FE76AFB-0408-43C8-A411-166CC5DB5AE6}" presName="spaceRect" presStyleCnt="0"/>
      <dgm:spPr/>
    </dgm:pt>
    <dgm:pt modelId="{3C1648F0-8D5E-4CD6-8899-D87598AE55F3}" type="pres">
      <dgm:prSet presAssocID="{7FE76AFB-0408-43C8-A411-166CC5DB5AE6}" presName="parTx" presStyleLbl="revTx" presStyleIdx="0" presStyleCnt="3">
        <dgm:presLayoutVars>
          <dgm:chMax val="0"/>
          <dgm:chPref val="0"/>
        </dgm:presLayoutVars>
      </dgm:prSet>
      <dgm:spPr/>
    </dgm:pt>
    <dgm:pt modelId="{BA21D53C-E192-404E-8338-3BBA599F1767}" type="pres">
      <dgm:prSet presAssocID="{635DAB9B-1473-4084-9427-0551A2BCD10F}" presName="sibTrans" presStyleCnt="0"/>
      <dgm:spPr/>
    </dgm:pt>
    <dgm:pt modelId="{D94775FC-A1F2-4828-899F-29F26655CE33}" type="pres">
      <dgm:prSet presAssocID="{CBC77772-3895-41D4-A7E9-2B273808C607}" presName="compNode" presStyleCnt="0"/>
      <dgm:spPr/>
    </dgm:pt>
    <dgm:pt modelId="{AF30C710-DD8C-4C34-9D65-B44290CA20CC}" type="pres">
      <dgm:prSet presAssocID="{CBC77772-3895-41D4-A7E9-2B273808C607}" presName="bgRect" presStyleLbl="bgShp" presStyleIdx="1" presStyleCnt="3"/>
      <dgm:spPr/>
    </dgm:pt>
    <dgm:pt modelId="{A02FAF16-812F-4880-8D52-F8D3F6D2138F}" type="pres">
      <dgm:prSet presAssocID="{CBC77772-3895-41D4-A7E9-2B273808C60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F5229DE7-CCA2-476A-B01D-0736779EA7E4}" type="pres">
      <dgm:prSet presAssocID="{CBC77772-3895-41D4-A7E9-2B273808C607}" presName="spaceRect" presStyleCnt="0"/>
      <dgm:spPr/>
    </dgm:pt>
    <dgm:pt modelId="{1B77C6BC-95C1-43CC-B6C8-F3925906B740}" type="pres">
      <dgm:prSet presAssocID="{CBC77772-3895-41D4-A7E9-2B273808C607}" presName="parTx" presStyleLbl="revTx" presStyleIdx="1" presStyleCnt="3">
        <dgm:presLayoutVars>
          <dgm:chMax val="0"/>
          <dgm:chPref val="0"/>
        </dgm:presLayoutVars>
      </dgm:prSet>
      <dgm:spPr/>
    </dgm:pt>
    <dgm:pt modelId="{B8219CDB-0C2E-4067-BE82-70735C4C0F97}" type="pres">
      <dgm:prSet presAssocID="{E40341F5-FE05-4E65-9299-8AAF27D6B6CB}" presName="sibTrans" presStyleCnt="0"/>
      <dgm:spPr/>
    </dgm:pt>
    <dgm:pt modelId="{133EFF16-A987-4590-8F4D-4BBBFB69A3F2}" type="pres">
      <dgm:prSet presAssocID="{CF145308-5D89-4E62-A629-68AE21C7F0C9}" presName="compNode" presStyleCnt="0"/>
      <dgm:spPr/>
    </dgm:pt>
    <dgm:pt modelId="{6543E80E-52B8-48D2-8C3C-A37186E33F62}" type="pres">
      <dgm:prSet presAssocID="{CF145308-5D89-4E62-A629-68AE21C7F0C9}" presName="bgRect" presStyleLbl="bgShp" presStyleIdx="2" presStyleCnt="3"/>
      <dgm:spPr/>
    </dgm:pt>
    <dgm:pt modelId="{9720F1C1-2A00-4301-B352-DBCE0664C850}" type="pres">
      <dgm:prSet presAssocID="{CF145308-5D89-4E62-A629-68AE21C7F0C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4F1E1F7B-FEBA-4114-B9A6-E479821703FF}" type="pres">
      <dgm:prSet presAssocID="{CF145308-5D89-4E62-A629-68AE21C7F0C9}" presName="spaceRect" presStyleCnt="0"/>
      <dgm:spPr/>
    </dgm:pt>
    <dgm:pt modelId="{1DF1D74A-5488-4456-BED8-3C7D6EE29CEE}" type="pres">
      <dgm:prSet presAssocID="{CF145308-5D89-4E62-A629-68AE21C7F0C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4F61530-0335-4FDA-BADD-672D24D760DC}" type="presOf" srcId="{CBC77772-3895-41D4-A7E9-2B273808C607}" destId="{1B77C6BC-95C1-43CC-B6C8-F3925906B740}" srcOrd="0" destOrd="0" presId="urn:microsoft.com/office/officeart/2018/2/layout/IconVerticalSolidList"/>
    <dgm:cxn modelId="{B3EAD152-C746-45D0-A5B7-16BFA1BD24E2}" type="presOf" srcId="{7FE76AFB-0408-43C8-A411-166CC5DB5AE6}" destId="{3C1648F0-8D5E-4CD6-8899-D87598AE55F3}" srcOrd="0" destOrd="0" presId="urn:microsoft.com/office/officeart/2018/2/layout/IconVerticalSolidList"/>
    <dgm:cxn modelId="{3DEDB555-B2DE-4609-9E0C-633EB3E182A7}" type="presOf" srcId="{71A274E2-F0EC-4B05-89A3-BB8716443E60}" destId="{3CAC25C5-2FA4-46CE-B455-E1649591D337}" srcOrd="0" destOrd="0" presId="urn:microsoft.com/office/officeart/2018/2/layout/IconVerticalSolidList"/>
    <dgm:cxn modelId="{2D143DAC-BE8D-45C8-A9D3-DF1EA0ED840D}" type="presOf" srcId="{CF145308-5D89-4E62-A629-68AE21C7F0C9}" destId="{1DF1D74A-5488-4456-BED8-3C7D6EE29CEE}" srcOrd="0" destOrd="0" presId="urn:microsoft.com/office/officeart/2018/2/layout/IconVerticalSolidList"/>
    <dgm:cxn modelId="{192F3DD4-17B1-4ECE-B565-49A6BFFEB23A}" srcId="{71A274E2-F0EC-4B05-89A3-BB8716443E60}" destId="{CF145308-5D89-4E62-A629-68AE21C7F0C9}" srcOrd="2" destOrd="0" parTransId="{423AC319-22DA-42B0-A01F-469E2897BE06}" sibTransId="{37F50FBA-A0F1-4304-BD70-6FF8F31BE6C2}"/>
    <dgm:cxn modelId="{06C5DBD8-A5D8-43D7-83BD-26D16CBA2F44}" srcId="{71A274E2-F0EC-4B05-89A3-BB8716443E60}" destId="{CBC77772-3895-41D4-A7E9-2B273808C607}" srcOrd="1" destOrd="0" parTransId="{42D9E628-64F3-451B-A062-585FFBC8DC45}" sibTransId="{E40341F5-FE05-4E65-9299-8AAF27D6B6CB}"/>
    <dgm:cxn modelId="{940650FA-DDED-4156-A325-02F77DFD7496}" srcId="{71A274E2-F0EC-4B05-89A3-BB8716443E60}" destId="{7FE76AFB-0408-43C8-A411-166CC5DB5AE6}" srcOrd="0" destOrd="0" parTransId="{272E3500-7F1F-4343-BB9D-7239BA66A2B8}" sibTransId="{635DAB9B-1473-4084-9427-0551A2BCD10F}"/>
    <dgm:cxn modelId="{1B581DE9-72CE-46FA-B884-9DF82796DA25}" type="presParOf" srcId="{3CAC25C5-2FA4-46CE-B455-E1649591D337}" destId="{20AC7359-6BA7-4EB7-B75A-E20AA5284080}" srcOrd="0" destOrd="0" presId="urn:microsoft.com/office/officeart/2018/2/layout/IconVerticalSolidList"/>
    <dgm:cxn modelId="{70D4882E-218A-4863-9B51-2800B6AAE50C}" type="presParOf" srcId="{20AC7359-6BA7-4EB7-B75A-E20AA5284080}" destId="{3571B71E-C83D-4870-9969-64D15AD81068}" srcOrd="0" destOrd="0" presId="urn:microsoft.com/office/officeart/2018/2/layout/IconVerticalSolidList"/>
    <dgm:cxn modelId="{CDB295A9-7564-444C-A7F0-425D47A40383}" type="presParOf" srcId="{20AC7359-6BA7-4EB7-B75A-E20AA5284080}" destId="{25213E06-6692-4DAE-BCF9-4B6843398699}" srcOrd="1" destOrd="0" presId="urn:microsoft.com/office/officeart/2018/2/layout/IconVerticalSolidList"/>
    <dgm:cxn modelId="{37370093-A355-4A9D-9D2F-4B92A4548749}" type="presParOf" srcId="{20AC7359-6BA7-4EB7-B75A-E20AA5284080}" destId="{401845FA-48A5-4CB2-ACB7-058C45CB5E8A}" srcOrd="2" destOrd="0" presId="urn:microsoft.com/office/officeart/2018/2/layout/IconVerticalSolidList"/>
    <dgm:cxn modelId="{CFE1148B-FCB0-459F-99EA-14EA10C52703}" type="presParOf" srcId="{20AC7359-6BA7-4EB7-B75A-E20AA5284080}" destId="{3C1648F0-8D5E-4CD6-8899-D87598AE55F3}" srcOrd="3" destOrd="0" presId="urn:microsoft.com/office/officeart/2018/2/layout/IconVerticalSolidList"/>
    <dgm:cxn modelId="{FAA6E5F2-A727-40BB-BE48-36229C2823E4}" type="presParOf" srcId="{3CAC25C5-2FA4-46CE-B455-E1649591D337}" destId="{BA21D53C-E192-404E-8338-3BBA599F1767}" srcOrd="1" destOrd="0" presId="urn:microsoft.com/office/officeart/2018/2/layout/IconVerticalSolidList"/>
    <dgm:cxn modelId="{0D35D0A8-6EFB-49DC-AF5A-AC637B678F48}" type="presParOf" srcId="{3CAC25C5-2FA4-46CE-B455-E1649591D337}" destId="{D94775FC-A1F2-4828-899F-29F26655CE33}" srcOrd="2" destOrd="0" presId="urn:microsoft.com/office/officeart/2018/2/layout/IconVerticalSolidList"/>
    <dgm:cxn modelId="{25D1CCBC-6693-4B39-AB2C-8CDE15B16FA1}" type="presParOf" srcId="{D94775FC-A1F2-4828-899F-29F26655CE33}" destId="{AF30C710-DD8C-4C34-9D65-B44290CA20CC}" srcOrd="0" destOrd="0" presId="urn:microsoft.com/office/officeart/2018/2/layout/IconVerticalSolidList"/>
    <dgm:cxn modelId="{9141F0E4-7376-4596-826E-2018E7422E42}" type="presParOf" srcId="{D94775FC-A1F2-4828-899F-29F26655CE33}" destId="{A02FAF16-812F-4880-8D52-F8D3F6D2138F}" srcOrd="1" destOrd="0" presId="urn:microsoft.com/office/officeart/2018/2/layout/IconVerticalSolidList"/>
    <dgm:cxn modelId="{31A06F8E-2C8B-4B34-9B52-6812D480B1A4}" type="presParOf" srcId="{D94775FC-A1F2-4828-899F-29F26655CE33}" destId="{F5229DE7-CCA2-476A-B01D-0736779EA7E4}" srcOrd="2" destOrd="0" presId="urn:microsoft.com/office/officeart/2018/2/layout/IconVerticalSolidList"/>
    <dgm:cxn modelId="{5087FABE-7558-433E-AD2C-629BEA9708E6}" type="presParOf" srcId="{D94775FC-A1F2-4828-899F-29F26655CE33}" destId="{1B77C6BC-95C1-43CC-B6C8-F3925906B740}" srcOrd="3" destOrd="0" presId="urn:microsoft.com/office/officeart/2018/2/layout/IconVerticalSolidList"/>
    <dgm:cxn modelId="{793ECCB9-4007-406D-80ED-13E2C825D6CC}" type="presParOf" srcId="{3CAC25C5-2FA4-46CE-B455-E1649591D337}" destId="{B8219CDB-0C2E-4067-BE82-70735C4C0F97}" srcOrd="3" destOrd="0" presId="urn:microsoft.com/office/officeart/2018/2/layout/IconVerticalSolidList"/>
    <dgm:cxn modelId="{38D5FA96-EF54-4288-8888-0B2CEA43D5A8}" type="presParOf" srcId="{3CAC25C5-2FA4-46CE-B455-E1649591D337}" destId="{133EFF16-A987-4590-8F4D-4BBBFB69A3F2}" srcOrd="4" destOrd="0" presId="urn:microsoft.com/office/officeart/2018/2/layout/IconVerticalSolidList"/>
    <dgm:cxn modelId="{048B5704-F07E-4A57-874D-586FF839303A}" type="presParOf" srcId="{133EFF16-A987-4590-8F4D-4BBBFB69A3F2}" destId="{6543E80E-52B8-48D2-8C3C-A37186E33F62}" srcOrd="0" destOrd="0" presId="urn:microsoft.com/office/officeart/2018/2/layout/IconVerticalSolidList"/>
    <dgm:cxn modelId="{745C8DA5-1C86-4A15-A673-74BD8E607B53}" type="presParOf" srcId="{133EFF16-A987-4590-8F4D-4BBBFB69A3F2}" destId="{9720F1C1-2A00-4301-B352-DBCE0664C850}" srcOrd="1" destOrd="0" presId="urn:microsoft.com/office/officeart/2018/2/layout/IconVerticalSolidList"/>
    <dgm:cxn modelId="{98D13AC2-E38A-42C0-9E10-1A9E207116E1}" type="presParOf" srcId="{133EFF16-A987-4590-8F4D-4BBBFB69A3F2}" destId="{4F1E1F7B-FEBA-4114-B9A6-E479821703FF}" srcOrd="2" destOrd="0" presId="urn:microsoft.com/office/officeart/2018/2/layout/IconVerticalSolidList"/>
    <dgm:cxn modelId="{108DE4AE-ECDE-4563-B459-2A13158FB686}" type="presParOf" srcId="{133EFF16-A987-4590-8F4D-4BBBFB69A3F2}" destId="{1DF1D74A-5488-4456-BED8-3C7D6EE29CE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EFF0CB4-BF2F-4F79-87FD-0C885F9D872F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982E8A7-722C-4553-9DAC-384563A3D2B8}">
      <dgm:prSet/>
      <dgm:spPr/>
      <dgm:t>
        <a:bodyPr/>
        <a:lstStyle/>
        <a:p>
          <a:pPr>
            <a:defRPr b="1"/>
          </a:pPr>
          <a:r>
            <a:rPr lang="en-GB" b="1"/>
            <a:t>Data Cleaning &amp; Manipulation</a:t>
          </a:r>
          <a:endParaRPr lang="en-US"/>
        </a:p>
      </dgm:t>
    </dgm:pt>
    <dgm:pt modelId="{BE6DAC8D-2B09-4A8C-B5A7-21745BEB2DBA}" type="parTrans" cxnId="{E0E71F7D-5B99-420B-8D45-F9DAA63BE8E8}">
      <dgm:prSet/>
      <dgm:spPr/>
      <dgm:t>
        <a:bodyPr/>
        <a:lstStyle/>
        <a:p>
          <a:endParaRPr lang="en-US"/>
        </a:p>
      </dgm:t>
    </dgm:pt>
    <dgm:pt modelId="{087E3FED-8653-4E27-AF67-CA28E3523BAA}" type="sibTrans" cxnId="{E0E71F7D-5B99-420B-8D45-F9DAA63BE8E8}">
      <dgm:prSet/>
      <dgm:spPr/>
      <dgm:t>
        <a:bodyPr/>
        <a:lstStyle/>
        <a:p>
          <a:endParaRPr lang="en-US"/>
        </a:p>
      </dgm:t>
    </dgm:pt>
    <dgm:pt modelId="{5E8C6BD2-2AC5-474D-88E2-DAF446157D6F}">
      <dgm:prSet/>
      <dgm:spPr/>
      <dgm:t>
        <a:bodyPr/>
        <a:lstStyle/>
        <a:p>
          <a:r>
            <a:rPr lang="en-GB"/>
            <a:t>Cleaning messy exports with extra spaces or combined variable fields (patron/author names)</a:t>
          </a:r>
          <a:endParaRPr lang="en-US"/>
        </a:p>
      </dgm:t>
    </dgm:pt>
    <dgm:pt modelId="{A87203C2-D465-4A1B-88C8-2C07375758E9}" type="parTrans" cxnId="{DEEF8320-1317-475B-90D2-40B78368D050}">
      <dgm:prSet/>
      <dgm:spPr/>
      <dgm:t>
        <a:bodyPr/>
        <a:lstStyle/>
        <a:p>
          <a:endParaRPr lang="en-US"/>
        </a:p>
      </dgm:t>
    </dgm:pt>
    <dgm:pt modelId="{D85509E1-4704-42B6-998F-F83B679D12E5}" type="sibTrans" cxnId="{DEEF8320-1317-475B-90D2-40B78368D050}">
      <dgm:prSet/>
      <dgm:spPr/>
      <dgm:t>
        <a:bodyPr/>
        <a:lstStyle/>
        <a:p>
          <a:endParaRPr lang="en-US"/>
        </a:p>
      </dgm:t>
    </dgm:pt>
    <dgm:pt modelId="{E297498D-CD21-43B8-A04C-5E964660F92B}">
      <dgm:prSet/>
      <dgm:spPr/>
      <dgm:t>
        <a:bodyPr/>
        <a:lstStyle/>
        <a:p>
          <a:pPr>
            <a:defRPr b="1"/>
          </a:pPr>
          <a:r>
            <a:rPr lang="en-GB" b="1"/>
            <a:t>Exploratory Data Analysis (EDA)</a:t>
          </a:r>
          <a:r>
            <a:rPr lang="en-GB"/>
            <a:t> </a:t>
          </a:r>
          <a:endParaRPr lang="en-US"/>
        </a:p>
      </dgm:t>
    </dgm:pt>
    <dgm:pt modelId="{7178C77D-540A-458F-AB1B-FD641F59F213}" type="parTrans" cxnId="{9BE1676A-E802-495C-9602-BC2B80C1EE47}">
      <dgm:prSet/>
      <dgm:spPr/>
      <dgm:t>
        <a:bodyPr/>
        <a:lstStyle/>
        <a:p>
          <a:endParaRPr lang="en-US"/>
        </a:p>
      </dgm:t>
    </dgm:pt>
    <dgm:pt modelId="{248AC480-2DEF-49F6-8842-0C56907669E8}" type="sibTrans" cxnId="{9BE1676A-E802-495C-9602-BC2B80C1EE47}">
      <dgm:prSet/>
      <dgm:spPr/>
      <dgm:t>
        <a:bodyPr/>
        <a:lstStyle/>
        <a:p>
          <a:endParaRPr lang="en-US"/>
        </a:p>
      </dgm:t>
    </dgm:pt>
    <dgm:pt modelId="{A285584A-3CA9-453D-9F05-2310C44DBF1F}">
      <dgm:prSet/>
      <dgm:spPr/>
      <dgm:t>
        <a:bodyPr/>
        <a:lstStyle/>
        <a:p>
          <a:r>
            <a:rPr lang="en-GB"/>
            <a:t>Calculating total circulation per category and finding top-borrowed genres</a:t>
          </a:r>
          <a:endParaRPr lang="en-US"/>
        </a:p>
      </dgm:t>
    </dgm:pt>
    <dgm:pt modelId="{B509953A-F857-42A3-9F7A-D0E047754441}" type="parTrans" cxnId="{0786645F-4264-48B1-BED7-429CCC66482B}">
      <dgm:prSet/>
      <dgm:spPr/>
      <dgm:t>
        <a:bodyPr/>
        <a:lstStyle/>
        <a:p>
          <a:endParaRPr lang="en-US"/>
        </a:p>
      </dgm:t>
    </dgm:pt>
    <dgm:pt modelId="{EB037615-2BAB-4AAA-A648-BE734C7194E6}" type="sibTrans" cxnId="{0786645F-4264-48B1-BED7-429CCC66482B}">
      <dgm:prSet/>
      <dgm:spPr/>
      <dgm:t>
        <a:bodyPr/>
        <a:lstStyle/>
        <a:p>
          <a:endParaRPr lang="en-US"/>
        </a:p>
      </dgm:t>
    </dgm:pt>
    <dgm:pt modelId="{83BFAE11-090B-456C-A80A-D0ABD783F93F}">
      <dgm:prSet/>
      <dgm:spPr/>
      <dgm:t>
        <a:bodyPr/>
        <a:lstStyle/>
        <a:p>
          <a:r>
            <a:rPr lang="en-GB" b="1"/>
            <a:t>Note</a:t>
          </a:r>
          <a:r>
            <a:rPr lang="en-GB"/>
            <a:t>: Always read the data documentations if you are using external data</a:t>
          </a:r>
          <a:endParaRPr lang="en-US"/>
        </a:p>
      </dgm:t>
    </dgm:pt>
    <dgm:pt modelId="{0ACD7DEC-CFEE-492B-8303-ADEE28C37674}" type="parTrans" cxnId="{B211D5E8-5139-444C-8C93-A6F4B71F6F93}">
      <dgm:prSet/>
      <dgm:spPr/>
      <dgm:t>
        <a:bodyPr/>
        <a:lstStyle/>
        <a:p>
          <a:endParaRPr lang="en-US"/>
        </a:p>
      </dgm:t>
    </dgm:pt>
    <dgm:pt modelId="{156E220D-868C-4666-B17C-9E136284931D}" type="sibTrans" cxnId="{B211D5E8-5139-444C-8C93-A6F4B71F6F93}">
      <dgm:prSet/>
      <dgm:spPr/>
      <dgm:t>
        <a:bodyPr/>
        <a:lstStyle/>
        <a:p>
          <a:endParaRPr lang="en-US"/>
        </a:p>
      </dgm:t>
    </dgm:pt>
    <dgm:pt modelId="{8B4B1C5F-AF79-4519-B197-E226D4598769}" type="pres">
      <dgm:prSet presAssocID="{1EFF0CB4-BF2F-4F79-87FD-0C885F9D872F}" presName="root" presStyleCnt="0">
        <dgm:presLayoutVars>
          <dgm:dir/>
          <dgm:resizeHandles val="exact"/>
        </dgm:presLayoutVars>
      </dgm:prSet>
      <dgm:spPr/>
    </dgm:pt>
    <dgm:pt modelId="{27170954-18C6-4B10-B29D-D29EE42FF73F}" type="pres">
      <dgm:prSet presAssocID="{B982E8A7-722C-4553-9DAC-384563A3D2B8}" presName="compNode" presStyleCnt="0"/>
      <dgm:spPr/>
    </dgm:pt>
    <dgm:pt modelId="{10A8980A-8D37-4273-87A3-23A9CAA7AC2B}" type="pres">
      <dgm:prSet presAssocID="{B982E8A7-722C-4553-9DAC-384563A3D2B8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E36258B4-2835-486F-B0AA-7A90F9488167}" type="pres">
      <dgm:prSet presAssocID="{B982E8A7-722C-4553-9DAC-384563A3D2B8}" presName="iconSpace" presStyleCnt="0"/>
      <dgm:spPr/>
    </dgm:pt>
    <dgm:pt modelId="{F11E5039-DE1F-4479-A849-CFAB6B578B5A}" type="pres">
      <dgm:prSet presAssocID="{B982E8A7-722C-4553-9DAC-384563A3D2B8}" presName="parTx" presStyleLbl="revTx" presStyleIdx="0" presStyleCnt="4">
        <dgm:presLayoutVars>
          <dgm:chMax val="0"/>
          <dgm:chPref val="0"/>
        </dgm:presLayoutVars>
      </dgm:prSet>
      <dgm:spPr/>
    </dgm:pt>
    <dgm:pt modelId="{DFA7EFBE-92F1-47D4-9E77-E45B43190B3B}" type="pres">
      <dgm:prSet presAssocID="{B982E8A7-722C-4553-9DAC-384563A3D2B8}" presName="txSpace" presStyleCnt="0"/>
      <dgm:spPr/>
    </dgm:pt>
    <dgm:pt modelId="{8FDD4F8B-0961-4F1F-A231-EFFC612DA156}" type="pres">
      <dgm:prSet presAssocID="{B982E8A7-722C-4553-9DAC-384563A3D2B8}" presName="desTx" presStyleLbl="revTx" presStyleIdx="1" presStyleCnt="4">
        <dgm:presLayoutVars/>
      </dgm:prSet>
      <dgm:spPr/>
    </dgm:pt>
    <dgm:pt modelId="{04D73726-D474-4AE1-AB9C-CC0363B424E3}" type="pres">
      <dgm:prSet presAssocID="{087E3FED-8653-4E27-AF67-CA28E3523BAA}" presName="sibTrans" presStyleCnt="0"/>
      <dgm:spPr/>
    </dgm:pt>
    <dgm:pt modelId="{D325F1BD-266F-4EA7-92B0-AEF8505D25BB}" type="pres">
      <dgm:prSet presAssocID="{E297498D-CD21-43B8-A04C-5E964660F92B}" presName="compNode" presStyleCnt="0"/>
      <dgm:spPr/>
    </dgm:pt>
    <dgm:pt modelId="{9B156949-8658-4ECC-90C4-DB77B0D8D1D7}" type="pres">
      <dgm:prSet presAssocID="{E297498D-CD21-43B8-A04C-5E964660F92B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D679720A-161E-428C-B1F1-53D2F968167C}" type="pres">
      <dgm:prSet presAssocID="{E297498D-CD21-43B8-A04C-5E964660F92B}" presName="iconSpace" presStyleCnt="0"/>
      <dgm:spPr/>
    </dgm:pt>
    <dgm:pt modelId="{DAA524F1-B1C4-498E-B7BF-AA3A070B653D}" type="pres">
      <dgm:prSet presAssocID="{E297498D-CD21-43B8-A04C-5E964660F92B}" presName="parTx" presStyleLbl="revTx" presStyleIdx="2" presStyleCnt="4">
        <dgm:presLayoutVars>
          <dgm:chMax val="0"/>
          <dgm:chPref val="0"/>
        </dgm:presLayoutVars>
      </dgm:prSet>
      <dgm:spPr/>
    </dgm:pt>
    <dgm:pt modelId="{A563AA90-C10B-453C-BDFE-0E328D6BD7D1}" type="pres">
      <dgm:prSet presAssocID="{E297498D-CD21-43B8-A04C-5E964660F92B}" presName="txSpace" presStyleCnt="0"/>
      <dgm:spPr/>
    </dgm:pt>
    <dgm:pt modelId="{187A9149-D40A-49C9-BD1C-01EA8CCFF063}" type="pres">
      <dgm:prSet presAssocID="{E297498D-CD21-43B8-A04C-5E964660F92B}" presName="desTx" presStyleLbl="revTx" presStyleIdx="3" presStyleCnt="4">
        <dgm:presLayoutVars/>
      </dgm:prSet>
      <dgm:spPr/>
    </dgm:pt>
  </dgm:ptLst>
  <dgm:cxnLst>
    <dgm:cxn modelId="{141BE700-73C1-4AB5-80A1-85AEFDF01464}" type="presOf" srcId="{83BFAE11-090B-456C-A80A-D0ABD783F93F}" destId="{187A9149-D40A-49C9-BD1C-01EA8CCFF063}" srcOrd="0" destOrd="1" presId="urn:microsoft.com/office/officeart/2018/2/layout/IconLabelDescriptionList"/>
    <dgm:cxn modelId="{9DE3CC07-C760-44D3-8C44-25DB6B8D7CD4}" type="presOf" srcId="{5E8C6BD2-2AC5-474D-88E2-DAF446157D6F}" destId="{8FDD4F8B-0961-4F1F-A231-EFFC612DA156}" srcOrd="0" destOrd="0" presId="urn:microsoft.com/office/officeart/2018/2/layout/IconLabelDescriptionList"/>
    <dgm:cxn modelId="{DEEF8320-1317-475B-90D2-40B78368D050}" srcId="{B982E8A7-722C-4553-9DAC-384563A3D2B8}" destId="{5E8C6BD2-2AC5-474D-88E2-DAF446157D6F}" srcOrd="0" destOrd="0" parTransId="{A87203C2-D465-4A1B-88C8-2C07375758E9}" sibTransId="{D85509E1-4704-42B6-998F-F83B679D12E5}"/>
    <dgm:cxn modelId="{0786645F-4264-48B1-BED7-429CCC66482B}" srcId="{E297498D-CD21-43B8-A04C-5E964660F92B}" destId="{A285584A-3CA9-453D-9F05-2310C44DBF1F}" srcOrd="0" destOrd="0" parTransId="{B509953A-F857-42A3-9F7A-D0E047754441}" sibTransId="{EB037615-2BAB-4AAA-A648-BE734C7194E6}"/>
    <dgm:cxn modelId="{9BE1676A-E802-495C-9602-BC2B80C1EE47}" srcId="{1EFF0CB4-BF2F-4F79-87FD-0C885F9D872F}" destId="{E297498D-CD21-43B8-A04C-5E964660F92B}" srcOrd="1" destOrd="0" parTransId="{7178C77D-540A-458F-AB1B-FD641F59F213}" sibTransId="{248AC480-2DEF-49F6-8842-0C56907669E8}"/>
    <dgm:cxn modelId="{6D548C4B-679E-419B-861C-A5A489FE5AB1}" type="presOf" srcId="{1EFF0CB4-BF2F-4F79-87FD-0C885F9D872F}" destId="{8B4B1C5F-AF79-4519-B197-E226D4598769}" srcOrd="0" destOrd="0" presId="urn:microsoft.com/office/officeart/2018/2/layout/IconLabelDescriptionList"/>
    <dgm:cxn modelId="{D9CFC550-BFF6-4B14-93F3-F5BFBEF5113A}" type="presOf" srcId="{B982E8A7-722C-4553-9DAC-384563A3D2B8}" destId="{F11E5039-DE1F-4479-A849-CFAB6B578B5A}" srcOrd="0" destOrd="0" presId="urn:microsoft.com/office/officeart/2018/2/layout/IconLabelDescriptionList"/>
    <dgm:cxn modelId="{E0E71F7D-5B99-420B-8D45-F9DAA63BE8E8}" srcId="{1EFF0CB4-BF2F-4F79-87FD-0C885F9D872F}" destId="{B982E8A7-722C-4553-9DAC-384563A3D2B8}" srcOrd="0" destOrd="0" parTransId="{BE6DAC8D-2B09-4A8C-B5A7-21745BEB2DBA}" sibTransId="{087E3FED-8653-4E27-AF67-CA28E3523BAA}"/>
    <dgm:cxn modelId="{A93E227E-3B9F-4CF7-AF2F-8DB89AFAA414}" type="presOf" srcId="{E297498D-CD21-43B8-A04C-5E964660F92B}" destId="{DAA524F1-B1C4-498E-B7BF-AA3A070B653D}" srcOrd="0" destOrd="0" presId="urn:microsoft.com/office/officeart/2018/2/layout/IconLabelDescriptionList"/>
    <dgm:cxn modelId="{103EBFA8-6116-4E1A-AAFE-717F6E43D56D}" type="presOf" srcId="{A285584A-3CA9-453D-9F05-2310C44DBF1F}" destId="{187A9149-D40A-49C9-BD1C-01EA8CCFF063}" srcOrd="0" destOrd="0" presId="urn:microsoft.com/office/officeart/2018/2/layout/IconLabelDescriptionList"/>
    <dgm:cxn modelId="{B211D5E8-5139-444C-8C93-A6F4B71F6F93}" srcId="{E297498D-CD21-43B8-A04C-5E964660F92B}" destId="{83BFAE11-090B-456C-A80A-D0ABD783F93F}" srcOrd="1" destOrd="0" parTransId="{0ACD7DEC-CFEE-492B-8303-ADEE28C37674}" sibTransId="{156E220D-868C-4666-B17C-9E136284931D}"/>
    <dgm:cxn modelId="{1D301687-78DD-4A95-9E5A-4F1FE3D91B53}" type="presParOf" srcId="{8B4B1C5F-AF79-4519-B197-E226D4598769}" destId="{27170954-18C6-4B10-B29D-D29EE42FF73F}" srcOrd="0" destOrd="0" presId="urn:microsoft.com/office/officeart/2018/2/layout/IconLabelDescriptionList"/>
    <dgm:cxn modelId="{C975D160-2AF6-426D-B793-1EFB88C0B932}" type="presParOf" srcId="{27170954-18C6-4B10-B29D-D29EE42FF73F}" destId="{10A8980A-8D37-4273-87A3-23A9CAA7AC2B}" srcOrd="0" destOrd="0" presId="urn:microsoft.com/office/officeart/2018/2/layout/IconLabelDescriptionList"/>
    <dgm:cxn modelId="{F160F871-69C4-4F8E-A48D-AFB62851B27A}" type="presParOf" srcId="{27170954-18C6-4B10-B29D-D29EE42FF73F}" destId="{E36258B4-2835-486F-B0AA-7A90F9488167}" srcOrd="1" destOrd="0" presId="urn:microsoft.com/office/officeart/2018/2/layout/IconLabelDescriptionList"/>
    <dgm:cxn modelId="{FD5051AD-207B-47AA-8D1B-08ABF36089CE}" type="presParOf" srcId="{27170954-18C6-4B10-B29D-D29EE42FF73F}" destId="{F11E5039-DE1F-4479-A849-CFAB6B578B5A}" srcOrd="2" destOrd="0" presId="urn:microsoft.com/office/officeart/2018/2/layout/IconLabelDescriptionList"/>
    <dgm:cxn modelId="{063FBCD4-30B2-439A-ABB8-373ADBE9345D}" type="presParOf" srcId="{27170954-18C6-4B10-B29D-D29EE42FF73F}" destId="{DFA7EFBE-92F1-47D4-9E77-E45B43190B3B}" srcOrd="3" destOrd="0" presId="urn:microsoft.com/office/officeart/2018/2/layout/IconLabelDescriptionList"/>
    <dgm:cxn modelId="{DDE8E35A-2DD2-49A2-BF07-256F99C48FF3}" type="presParOf" srcId="{27170954-18C6-4B10-B29D-D29EE42FF73F}" destId="{8FDD4F8B-0961-4F1F-A231-EFFC612DA156}" srcOrd="4" destOrd="0" presId="urn:microsoft.com/office/officeart/2018/2/layout/IconLabelDescriptionList"/>
    <dgm:cxn modelId="{73ECEB0F-2A21-4B4C-BD94-07145147E63E}" type="presParOf" srcId="{8B4B1C5F-AF79-4519-B197-E226D4598769}" destId="{04D73726-D474-4AE1-AB9C-CC0363B424E3}" srcOrd="1" destOrd="0" presId="urn:microsoft.com/office/officeart/2018/2/layout/IconLabelDescriptionList"/>
    <dgm:cxn modelId="{BF370CC9-52FD-46AC-87F0-B733300377EC}" type="presParOf" srcId="{8B4B1C5F-AF79-4519-B197-E226D4598769}" destId="{D325F1BD-266F-4EA7-92B0-AEF8505D25BB}" srcOrd="2" destOrd="0" presId="urn:microsoft.com/office/officeart/2018/2/layout/IconLabelDescriptionList"/>
    <dgm:cxn modelId="{839D85EF-AD82-4AD2-8A78-DBBDCD0B5EEB}" type="presParOf" srcId="{D325F1BD-266F-4EA7-92B0-AEF8505D25BB}" destId="{9B156949-8658-4ECC-90C4-DB77B0D8D1D7}" srcOrd="0" destOrd="0" presId="urn:microsoft.com/office/officeart/2018/2/layout/IconLabelDescriptionList"/>
    <dgm:cxn modelId="{F60831BA-6ED4-4B28-90BC-4F00F9AF6422}" type="presParOf" srcId="{D325F1BD-266F-4EA7-92B0-AEF8505D25BB}" destId="{D679720A-161E-428C-B1F1-53D2F968167C}" srcOrd="1" destOrd="0" presId="urn:microsoft.com/office/officeart/2018/2/layout/IconLabelDescriptionList"/>
    <dgm:cxn modelId="{7AC246E3-39C3-48A5-BE21-ACE0513E7B61}" type="presParOf" srcId="{D325F1BD-266F-4EA7-92B0-AEF8505D25BB}" destId="{DAA524F1-B1C4-498E-B7BF-AA3A070B653D}" srcOrd="2" destOrd="0" presId="urn:microsoft.com/office/officeart/2018/2/layout/IconLabelDescriptionList"/>
    <dgm:cxn modelId="{E95FB16B-CB0C-4C31-AEBD-DE0493693FF1}" type="presParOf" srcId="{D325F1BD-266F-4EA7-92B0-AEF8505D25BB}" destId="{A563AA90-C10B-453C-BDFE-0E328D6BD7D1}" srcOrd="3" destOrd="0" presId="urn:microsoft.com/office/officeart/2018/2/layout/IconLabelDescriptionList"/>
    <dgm:cxn modelId="{A2F5073E-A4AE-400F-899C-2707C18B24F8}" type="presParOf" srcId="{D325F1BD-266F-4EA7-92B0-AEF8505D25BB}" destId="{187A9149-D40A-49C9-BD1C-01EA8CCFF06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A04682-2F0D-423B-A704-169879630088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EA1901-ED70-43E6-B94F-B2C5A1DDD619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61E03F-F427-4A33-9148-D057C6FB3DE2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Transactional Data:</a:t>
          </a:r>
          <a:r>
            <a:rPr lang="en-GB" sz="2000" kern="1200"/>
            <a:t> Checkouts, renewals, acquisitions, and physical gate counts.</a:t>
          </a:r>
          <a:endParaRPr lang="en-US" sz="2000" kern="1200"/>
        </a:p>
      </dsp:txBody>
      <dsp:txXfrm>
        <a:off x="1357965" y="2319"/>
        <a:ext cx="4887299" cy="1175727"/>
      </dsp:txXfrm>
    </dsp:sp>
    <dsp:sp modelId="{EB193C32-E1B0-4817-BEF3-566645E668D6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C4C521-E35C-4A83-B11E-F2A8D50DB0FF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1AC4B7-6946-4515-B3C3-B7EAD6570F04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Usage &amp; Analytics Data:</a:t>
          </a:r>
          <a:r>
            <a:rPr lang="en-GB" sz="2000" kern="1200"/>
            <a:t> Electronic resource logins, database queries, website traffic, and COUNTER reports.</a:t>
          </a:r>
          <a:endParaRPr lang="en-US" sz="2000" kern="1200"/>
        </a:p>
      </dsp:txBody>
      <dsp:txXfrm>
        <a:off x="1357965" y="1471979"/>
        <a:ext cx="4887299" cy="1175727"/>
      </dsp:txXfrm>
    </dsp:sp>
    <dsp:sp modelId="{95DF62CE-9ADC-44BE-86A9-2BCCBB089EFF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5D67E4-8F3D-41D9-BC08-58DAE65E9EAA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732BE3-6E77-473F-8E47-762C5BF56679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Interaction Data:</a:t>
          </a:r>
          <a:r>
            <a:rPr lang="en-GB" sz="2000" kern="1200"/>
            <a:t> Reference query logs, orientation/library programme attendance numbers, and patron feedback surveys.</a:t>
          </a:r>
          <a:endParaRPr lang="en-US" sz="2000" kern="1200"/>
        </a:p>
      </dsp:txBody>
      <dsp:txXfrm>
        <a:off x="1357965" y="2941639"/>
        <a:ext cx="4887299" cy="1175727"/>
      </dsp:txXfrm>
    </dsp:sp>
    <dsp:sp modelId="{69C958CE-62BB-4806-AD4A-48C6BCDE88D5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B61361-1CC0-4713-B6A7-D8318521CAB1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F418C0-B8F2-4291-9683-D87AE972425E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Administrative Data:</a:t>
          </a:r>
          <a:r>
            <a:rPr lang="en-GB" sz="2000" kern="1200"/>
            <a:t> Budget allocations, cataloguing turnaround times, and metadata records.</a:t>
          </a:r>
          <a:endParaRPr lang="en-US" sz="2000" kern="1200"/>
        </a:p>
      </dsp:txBody>
      <dsp:txXfrm>
        <a:off x="1357965" y="4411299"/>
        <a:ext cx="4887299" cy="11757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6C224A-1A03-4690-8C55-1F2DDA9ADDE4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DBDF6C-9B0F-47E6-9A14-17827DA45B0A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While Libraries are non-profit, they are established to impact and impart the wider society. Hence, there is need to quantify and continue to measure its impact viz-a-viz the goals of its establishment.</a:t>
          </a:r>
          <a:endParaRPr lang="en-US" sz="2300" kern="1200"/>
        </a:p>
      </dsp:txBody>
      <dsp:txXfrm>
        <a:off x="696297" y="538547"/>
        <a:ext cx="4171627" cy="2590157"/>
      </dsp:txXfrm>
    </dsp:sp>
    <dsp:sp modelId="{B155CA18-B1E4-486E-B692-CC80C9DE117D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8C60A4-2975-42EB-A4CE-A867F4A2D3AC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When collected and processed, this raw data transforms into actionable intelligence that helps librarians make informed decisions, optimize services, and demonstrate value to stakeholders.</a:t>
          </a:r>
          <a:endParaRPr lang="en-US" sz="2300" kern="1200" dirty="0"/>
        </a:p>
      </dsp:txBody>
      <dsp:txXfrm>
        <a:off x="5991936" y="538547"/>
        <a:ext cx="4171627" cy="25901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71B71E-C83D-4870-9969-64D15AD81068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213E06-6692-4DAE-BCF9-4B6843398699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1648F0-8D5E-4CD6-8899-D87598AE55F3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Daily Operation / Activity</a:t>
          </a:r>
          <a:r>
            <a:rPr lang="en-GB" sz="2400" kern="1200" dirty="0"/>
            <a:t>: Book checkouts, renewals, returns, gate counts</a:t>
          </a:r>
          <a:endParaRPr lang="en-US" sz="2400" kern="1200" dirty="0"/>
        </a:p>
      </dsp:txBody>
      <dsp:txXfrm>
        <a:off x="1435590" y="531"/>
        <a:ext cx="9080009" cy="1242935"/>
      </dsp:txXfrm>
    </dsp:sp>
    <dsp:sp modelId="{AF30C710-DD8C-4C34-9D65-B44290CA20CC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2FAF16-812F-4880-8D52-F8D3F6D2138F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7C6BC-95C1-43CC-B6C8-F3925906B740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/>
            <a:t>Raw Data Generated</a:t>
          </a:r>
          <a:r>
            <a:rPr lang="en-GB" sz="2400" kern="1200"/>
            <a:t>: Patron demographic usage, peak facility hours, item turnover rates</a:t>
          </a:r>
          <a:endParaRPr lang="en-US" sz="2400" kern="1200"/>
        </a:p>
      </dsp:txBody>
      <dsp:txXfrm>
        <a:off x="1435590" y="1554201"/>
        <a:ext cx="9080009" cy="1242935"/>
      </dsp:txXfrm>
    </dsp:sp>
    <dsp:sp modelId="{6543E80E-52B8-48D2-8C3C-A37186E33F62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20F1C1-2A00-4301-B352-DBCE0664C850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F1D74A-5488-4456-BED8-3C7D6EE29CEE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/>
            <a:t>Business Intelligence &amp; Service Impact</a:t>
          </a:r>
          <a:r>
            <a:rPr lang="en-GB" sz="2400" kern="1200"/>
            <a:t>: Optimize desk staffing schedules, adjust loan periods, identify high-demand areas</a:t>
          </a:r>
          <a:endParaRPr lang="en-US" sz="2400" kern="1200"/>
        </a:p>
      </dsp:txBody>
      <dsp:txXfrm>
        <a:off x="1435590" y="3107870"/>
        <a:ext cx="9080009" cy="12429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71B71E-C83D-4870-9969-64D15AD81068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213E06-6692-4DAE-BCF9-4B6843398699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1648F0-8D5E-4CD6-8899-D87598AE55F3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/>
            <a:t>Daily Operation / Activity</a:t>
          </a:r>
          <a:r>
            <a:rPr lang="en-GB" sz="2200" kern="1200" dirty="0"/>
            <a:t>: Answering patron queries, research consultations</a:t>
          </a:r>
          <a:endParaRPr lang="en-US" sz="2200" kern="1200" dirty="0"/>
        </a:p>
      </dsp:txBody>
      <dsp:txXfrm>
        <a:off x="1435590" y="531"/>
        <a:ext cx="9080009" cy="1242935"/>
      </dsp:txXfrm>
    </dsp:sp>
    <dsp:sp modelId="{AF30C710-DD8C-4C34-9D65-B44290CA20CC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2FAF16-812F-4880-8D52-F8D3F6D2138F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7C6BC-95C1-43CC-B6C8-F3925906B740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/>
            <a:t>Raw Data Generated</a:t>
          </a:r>
          <a:r>
            <a:rPr lang="en-GB" sz="2200" kern="1200" dirty="0"/>
            <a:t>: Subject categories, query duration, time-of-day trends</a:t>
          </a:r>
          <a:endParaRPr lang="en-US" sz="2200" kern="1200" dirty="0"/>
        </a:p>
      </dsp:txBody>
      <dsp:txXfrm>
        <a:off x="1435590" y="1554201"/>
        <a:ext cx="9080009" cy="1242935"/>
      </dsp:txXfrm>
    </dsp:sp>
    <dsp:sp modelId="{6543E80E-52B8-48D2-8C3C-A37186E33F62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20F1C1-2A00-4301-B352-DBCE0664C850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F1D74A-5488-4456-BED8-3C7D6EE29CEE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/>
            <a:t>Business Intelligence &amp; Service Impact</a:t>
          </a:r>
          <a:r>
            <a:rPr lang="en-GB" sz="2200" kern="1200" dirty="0"/>
            <a:t>: Adjust reference desk hours, create targeted subject guides, allocate subject-specialist staff</a:t>
          </a:r>
          <a:endParaRPr lang="en-US" sz="2200" kern="1200" dirty="0"/>
        </a:p>
      </dsp:txBody>
      <dsp:txXfrm>
        <a:off x="1435590" y="3107870"/>
        <a:ext cx="9080009" cy="124293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71B71E-C83D-4870-9969-64D15AD81068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213E06-6692-4DAE-BCF9-4B6843398699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1648F0-8D5E-4CD6-8899-D87598AE55F3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 dirty="0"/>
            <a:t>Daily Operation / Activity</a:t>
          </a:r>
          <a:r>
            <a:rPr lang="en-GB" sz="2500" kern="1200" dirty="0"/>
            <a:t>: Purchase requests, budget allocation, vendor ordering</a:t>
          </a:r>
          <a:endParaRPr lang="en-US" sz="2500" kern="1200" dirty="0"/>
        </a:p>
      </dsp:txBody>
      <dsp:txXfrm>
        <a:off x="1435590" y="531"/>
        <a:ext cx="9080009" cy="1242935"/>
      </dsp:txXfrm>
    </dsp:sp>
    <dsp:sp modelId="{AF30C710-DD8C-4C34-9D65-B44290CA20CC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2FAF16-812F-4880-8D52-F8D3F6D2138F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7C6BC-95C1-43CC-B6C8-F3925906B740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 dirty="0"/>
            <a:t>Raw Data Generated</a:t>
          </a:r>
          <a:r>
            <a:rPr lang="en-GB" sz="2500" kern="1200" dirty="0"/>
            <a:t>: Cost-per-material, vendor fulfilment speed, subject expenditure</a:t>
          </a:r>
          <a:endParaRPr lang="en-US" sz="2500" kern="1200" dirty="0"/>
        </a:p>
      </dsp:txBody>
      <dsp:txXfrm>
        <a:off x="1435590" y="1554201"/>
        <a:ext cx="9080009" cy="1242935"/>
      </dsp:txXfrm>
    </dsp:sp>
    <dsp:sp modelId="{6543E80E-52B8-48D2-8C3C-A37186E33F62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20F1C1-2A00-4301-B352-DBCE0664C850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F1D74A-5488-4456-BED8-3C7D6EE29CEE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 dirty="0"/>
            <a:t>Business Intelligence &amp; Service Impact</a:t>
          </a:r>
          <a:r>
            <a:rPr lang="en-GB" sz="2500" kern="1200" dirty="0"/>
            <a:t>: Reallocate book budgets to high-demand disciplines, evaluate database ROI</a:t>
          </a:r>
          <a:endParaRPr lang="en-US" sz="2500" kern="1200" dirty="0"/>
        </a:p>
      </dsp:txBody>
      <dsp:txXfrm>
        <a:off x="1435590" y="3107870"/>
        <a:ext cx="9080009" cy="124293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71B71E-C83D-4870-9969-64D15AD81068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213E06-6692-4DAE-BCF9-4B6843398699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1648F0-8D5E-4CD6-8899-D87598AE55F3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Daily Operation / Activity</a:t>
          </a:r>
          <a:r>
            <a:rPr lang="en-GB" sz="2400" kern="1200" dirty="0"/>
            <a:t>: Creating MARC records, subject indexing, call number assignment</a:t>
          </a:r>
          <a:endParaRPr lang="en-US" sz="2400" kern="1200" dirty="0"/>
        </a:p>
      </dsp:txBody>
      <dsp:txXfrm>
        <a:off x="1435590" y="531"/>
        <a:ext cx="9080009" cy="1242935"/>
      </dsp:txXfrm>
    </dsp:sp>
    <dsp:sp modelId="{AF30C710-DD8C-4C34-9D65-B44290CA20CC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2FAF16-812F-4880-8D52-F8D3F6D2138F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7C6BC-95C1-43CC-B6C8-F3925906B740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Raw Data Generated</a:t>
          </a:r>
          <a:r>
            <a:rPr lang="en-GB" sz="2400" kern="1200" dirty="0"/>
            <a:t>: Classification distribution, cataloguing turnaround time, metadata completeness</a:t>
          </a:r>
          <a:endParaRPr lang="en-US" sz="2400" kern="1200" dirty="0"/>
        </a:p>
      </dsp:txBody>
      <dsp:txXfrm>
        <a:off x="1435590" y="1554201"/>
        <a:ext cx="9080009" cy="1242935"/>
      </dsp:txXfrm>
    </dsp:sp>
    <dsp:sp modelId="{6543E80E-52B8-48D2-8C3C-A37186E33F62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20F1C1-2A00-4301-B352-DBCE0664C850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F1D74A-5488-4456-BED8-3C7D6EE29CEE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Business Intelligence &amp; Service Impact</a:t>
          </a:r>
          <a:r>
            <a:rPr lang="en-GB" sz="2400" kern="1200" dirty="0"/>
            <a:t>: Improve search discoverability, identify backlogs, optimize cataloguing workflows</a:t>
          </a:r>
          <a:endParaRPr lang="en-US" sz="2400" kern="1200" dirty="0"/>
        </a:p>
      </dsp:txBody>
      <dsp:txXfrm>
        <a:off x="1435590" y="3107870"/>
        <a:ext cx="9080009" cy="124293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71B71E-C83D-4870-9969-64D15AD81068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213E06-6692-4DAE-BCF9-4B6843398699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1648F0-8D5E-4CD6-8899-D87598AE55F3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 dirty="0"/>
            <a:t>Daily Operation / Activity</a:t>
          </a:r>
          <a:r>
            <a:rPr lang="en-GB" sz="2500" kern="1200" dirty="0"/>
            <a:t>: Journal check-ins, subscription renewals, usage tracking</a:t>
          </a:r>
          <a:endParaRPr lang="en-US" sz="2500" kern="1200" dirty="0"/>
        </a:p>
      </dsp:txBody>
      <dsp:txXfrm>
        <a:off x="1435590" y="531"/>
        <a:ext cx="9080009" cy="1242935"/>
      </dsp:txXfrm>
    </dsp:sp>
    <dsp:sp modelId="{AF30C710-DD8C-4C34-9D65-B44290CA20CC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2FAF16-812F-4880-8D52-F8D3F6D2138F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7C6BC-95C1-43CC-B6C8-F3925906B740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 dirty="0"/>
            <a:t>Raw Data Generated</a:t>
          </a:r>
          <a:r>
            <a:rPr lang="en-GB" sz="2500" kern="1200" dirty="0"/>
            <a:t>: Counter reports, price-per-use, unbound item usage</a:t>
          </a:r>
          <a:endParaRPr lang="en-US" sz="2500" kern="1200" dirty="0"/>
        </a:p>
      </dsp:txBody>
      <dsp:txXfrm>
        <a:off x="1435590" y="1554201"/>
        <a:ext cx="9080009" cy="1242935"/>
      </dsp:txXfrm>
    </dsp:sp>
    <dsp:sp modelId="{6543E80E-52B8-48D2-8C3C-A37186E33F62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20F1C1-2A00-4301-B352-DBCE0664C850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F1D74A-5488-4456-BED8-3C7D6EE29CEE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 dirty="0"/>
            <a:t>Business Intelligence &amp; Service Impact</a:t>
          </a:r>
          <a:r>
            <a:rPr lang="en-GB" sz="2500" kern="1200" dirty="0"/>
            <a:t>: Decide which journal subscriptions to renew, cancel, or move to open access</a:t>
          </a:r>
          <a:endParaRPr lang="en-US" sz="2500" kern="1200" dirty="0"/>
        </a:p>
      </dsp:txBody>
      <dsp:txXfrm>
        <a:off x="1435590" y="3107870"/>
        <a:ext cx="9080009" cy="124293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71B71E-C83D-4870-9969-64D15AD81068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213E06-6692-4DAE-BCF9-4B6843398699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1648F0-8D5E-4CD6-8899-D87598AE55F3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/>
            <a:t>Daily Operation / Activity</a:t>
          </a:r>
          <a:r>
            <a:rPr lang="en-GB" sz="2300" kern="1200" dirty="0"/>
            <a:t>: Wi-Fi logins, website hits, electronic database searches</a:t>
          </a:r>
          <a:endParaRPr lang="en-US" sz="2300" kern="1200" dirty="0"/>
        </a:p>
      </dsp:txBody>
      <dsp:txXfrm>
        <a:off x="1435590" y="531"/>
        <a:ext cx="9080009" cy="1242935"/>
      </dsp:txXfrm>
    </dsp:sp>
    <dsp:sp modelId="{AF30C710-DD8C-4C34-9D65-B44290CA20CC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2FAF16-812F-4880-8D52-F8D3F6D2138F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7C6BC-95C1-43CC-B6C8-F3925906B740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/>
            <a:t>Raw Data Generated</a:t>
          </a:r>
          <a:r>
            <a:rPr lang="en-GB" sz="2300" kern="1200" dirty="0"/>
            <a:t>: IP location logs, proxy server authentication, error logs</a:t>
          </a:r>
          <a:endParaRPr lang="en-US" sz="2300" kern="1200" dirty="0"/>
        </a:p>
      </dsp:txBody>
      <dsp:txXfrm>
        <a:off x="1435590" y="1554201"/>
        <a:ext cx="9080009" cy="1242935"/>
      </dsp:txXfrm>
    </dsp:sp>
    <dsp:sp modelId="{6543E80E-52B8-48D2-8C3C-A37186E33F62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20F1C1-2A00-4301-B352-DBCE0664C850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F1D74A-5488-4456-BED8-3C7D6EE29CEE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/>
            <a:t>Business Intelligence &amp; Service Impact</a:t>
          </a:r>
          <a:r>
            <a:rPr lang="en-GB" sz="2300" kern="1200" dirty="0"/>
            <a:t>: Upgrade digital infrastructure, assess remote resource access, improve website UX</a:t>
          </a:r>
          <a:endParaRPr lang="en-US" sz="2300" kern="1200" dirty="0"/>
        </a:p>
      </dsp:txBody>
      <dsp:txXfrm>
        <a:off x="1435590" y="3107870"/>
        <a:ext cx="9080009" cy="124293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A8980A-8D37-4273-87A3-23A9CAA7AC2B}">
      <dsp:nvSpPr>
        <dsp:cNvPr id="0" name=""/>
        <dsp:cNvSpPr/>
      </dsp:nvSpPr>
      <dsp:spPr>
        <a:xfrm>
          <a:off x="559800" y="466088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1E5039-DE1F-4479-A849-CFAB6B578B5A}">
      <dsp:nvSpPr>
        <dsp:cNvPr id="0" name=""/>
        <dsp:cNvSpPr/>
      </dsp:nvSpPr>
      <dsp:spPr>
        <a:xfrm>
          <a:off x="559800" y="212511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300" b="1" kern="1200"/>
            <a:t>Data Cleaning &amp; Manipulation</a:t>
          </a:r>
          <a:endParaRPr lang="en-US" sz="2300" kern="1200"/>
        </a:p>
      </dsp:txBody>
      <dsp:txXfrm>
        <a:off x="559800" y="2125112"/>
        <a:ext cx="4320000" cy="648000"/>
      </dsp:txXfrm>
    </dsp:sp>
    <dsp:sp modelId="{8FDD4F8B-0961-4F1F-A231-EFFC612DA156}">
      <dsp:nvSpPr>
        <dsp:cNvPr id="0" name=""/>
        <dsp:cNvSpPr/>
      </dsp:nvSpPr>
      <dsp:spPr>
        <a:xfrm>
          <a:off x="559800" y="2841495"/>
          <a:ext cx="4320000" cy="1043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Cleaning messy exports with extra spaces or combined variable fields (patron/author names)</a:t>
          </a:r>
          <a:endParaRPr lang="en-US" sz="1700" kern="1200"/>
        </a:p>
      </dsp:txBody>
      <dsp:txXfrm>
        <a:off x="559800" y="2841495"/>
        <a:ext cx="4320000" cy="1043753"/>
      </dsp:txXfrm>
    </dsp:sp>
    <dsp:sp modelId="{9B156949-8658-4ECC-90C4-DB77B0D8D1D7}">
      <dsp:nvSpPr>
        <dsp:cNvPr id="0" name=""/>
        <dsp:cNvSpPr/>
      </dsp:nvSpPr>
      <dsp:spPr>
        <a:xfrm>
          <a:off x="5635800" y="466088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A524F1-B1C4-498E-B7BF-AA3A070B653D}">
      <dsp:nvSpPr>
        <dsp:cNvPr id="0" name=""/>
        <dsp:cNvSpPr/>
      </dsp:nvSpPr>
      <dsp:spPr>
        <a:xfrm>
          <a:off x="5635800" y="212511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300" b="1" kern="1200"/>
            <a:t>Exploratory Data Analysis (EDA)</a:t>
          </a:r>
          <a:r>
            <a:rPr lang="en-GB" sz="2300" kern="1200"/>
            <a:t> </a:t>
          </a:r>
          <a:endParaRPr lang="en-US" sz="2300" kern="1200"/>
        </a:p>
      </dsp:txBody>
      <dsp:txXfrm>
        <a:off x="5635800" y="2125112"/>
        <a:ext cx="4320000" cy="648000"/>
      </dsp:txXfrm>
    </dsp:sp>
    <dsp:sp modelId="{187A9149-D40A-49C9-BD1C-01EA8CCFF063}">
      <dsp:nvSpPr>
        <dsp:cNvPr id="0" name=""/>
        <dsp:cNvSpPr/>
      </dsp:nvSpPr>
      <dsp:spPr>
        <a:xfrm>
          <a:off x="5635800" y="2841495"/>
          <a:ext cx="4320000" cy="1043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Calculating total circulation per category and finding top-borrowed genres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/>
            <a:t>Note</a:t>
          </a:r>
          <a:r>
            <a:rPr lang="en-GB" sz="1700" kern="1200"/>
            <a:t>: Always read the data documentations if you are using external data</a:t>
          </a:r>
          <a:endParaRPr lang="en-US" sz="1700" kern="1200"/>
        </a:p>
      </dsp:txBody>
      <dsp:txXfrm>
        <a:off x="5635800" y="2841495"/>
        <a:ext cx="4320000" cy="10437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AAAD4F-2FEE-4B20-82ED-14E4C0800DFB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37C767-BC29-4C3E-8041-58C0CB4879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6591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37C767-BC29-4C3E-8041-58C0CB48794C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81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E2A3F-3E7E-77E3-5095-B0A00CDAC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D76C62-A8EF-E32A-B312-22AA3C3414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7FA80-A70F-D45B-6EBB-992401CD9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86C86-EF38-41AA-9820-053A0E23C983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BEAEA-53B6-DA43-2743-3083DD665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529B0-0FA0-F737-46FC-B41638E7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6D5-34D8-465A-9795-EE118A3613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9590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74C78-DE22-4B9B-4EB1-531C606C4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DE837-123A-DA8C-7343-8DE948D81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3F3A0-7096-76DD-110F-B0F412036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86C86-EF38-41AA-9820-053A0E23C983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859AF-1286-71E5-9CD3-9F420D3C8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A2957-14F3-EC90-926B-CEAC48E3B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6D5-34D8-465A-9795-EE118A3613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5305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F5402-4BBA-AB32-E89A-2DDF644A1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F24347-F6BE-D38A-8EE8-AC567E300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2C48B-4139-5DEA-3ABA-2456EE5DA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86C86-EF38-41AA-9820-053A0E23C983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A40B6-73AD-F818-4F23-176297A9E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95AB1-FB3D-2F28-13FA-176C239B7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6D5-34D8-465A-9795-EE118A3613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7579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9583C-F837-373B-EBDE-74605F2EC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F11A8-96A7-8A93-B6B0-6F0231B04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CAF598-12C8-12A7-A2F0-30A310413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E00EAF-ECEF-F0C2-2AE1-7C78DD8F9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86C86-EF38-41AA-9820-053A0E23C983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905D72-9B0A-C03E-1F6E-9F63DDA67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E4B6A-8F08-144F-DCAF-38FDB702D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6D5-34D8-465A-9795-EE118A3613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333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5C2EB-2B98-F67F-B58C-E6B339E1B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DE987-FD63-FE03-034C-6C01CAE39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D274A3-DF95-1654-E7B0-F977CFDB6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31B035-0815-8D61-97FD-55A1A944E6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C5CD2E-8A7D-3E8B-C36B-9A565C1AFB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5A7AB2-3B3D-72AE-409C-D1A81D53E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86C86-EF38-41AA-9820-053A0E23C983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152514-FA09-3756-45F0-23F0E97D7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716C7A-2E6C-815A-E98B-EDCD8516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6D5-34D8-465A-9795-EE118A3613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131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AB277-9655-51FE-FF77-FA9D95E44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7E9A14-BB01-C07F-3532-23660E9B9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86C86-EF38-41AA-9820-053A0E23C983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4A49BE-32D3-E6EB-BCDF-C4B7AF2B3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DE55D5-1584-B363-0894-DEFE26053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6D5-34D8-465A-9795-EE118A3613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960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9A4D2A-14D6-C68B-EA83-0A44C732D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86C86-EF38-41AA-9820-053A0E23C983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D81CFC-E5F4-02DE-291E-D7BC38AF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3A003-5F58-7D62-608B-40C7D41B7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6D5-34D8-465A-9795-EE118A3613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5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A9711-FA64-3A35-B46A-36FD54D3C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2E87B-D2B3-321B-CFCF-160DB7F56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CB54B7-C210-2E77-1341-95D90C2F4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F770F9-DABB-C8DA-E49F-89C846F13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86C86-EF38-41AA-9820-053A0E23C983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4C3D5-05AE-7086-B959-04ED69B6B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10D0A-D70A-E869-C2EC-512601435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6D5-34D8-465A-9795-EE118A3613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124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A3DE8-B0D6-C4C3-6739-8819072A6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3A1869-C6C9-C4DC-E4A1-FA2B7E3EA5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6F08A4-A1A8-A732-81DE-36ACBEC371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873AFD-990F-D1A0-3600-4883849B6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86C86-EF38-41AA-9820-053A0E23C983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8698B6-C837-7B1B-98F1-9E1E1FD95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58CFCE-8757-C229-B429-A3E82BACF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6D5-34D8-465A-9795-EE118A3613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1785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CEB3F-C900-E703-24B1-D53321DBA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EDD53A-F6A7-7FA7-874D-5E9581E87E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E1AD6-6544-E298-6902-B15480285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86C86-EF38-41AA-9820-053A0E23C983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58155-06EA-8F9F-B989-13C1BEA1A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DAFFC-E46E-2C11-2C9D-5B8DB080A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6D5-34D8-465A-9795-EE118A3613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569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222024-0639-D0EE-BA74-EA2D2EECAD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FC664F-3FC7-1A77-CE3D-AD0AFE7846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D319C-D503-DF0F-D178-694C408A5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86C86-EF38-41AA-9820-053A0E23C983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8B8A0-EE42-4902-73E4-84C06D1FE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1BEE6-CED6-B2E1-C03F-71CF2DC0E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6D5-34D8-465A-9795-EE118A3613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8810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67ACFD-AD84-13E9-33E4-1F1AB0787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B5CE8-142D-7059-24CD-434C474BB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DE2A8-36AF-F42C-6DBD-1C7D7AAA17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E86C86-EF38-41AA-9820-053A0E23C983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031B1-3D56-CDB0-EED5-0AD6D936BB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1D6C7-19AF-B084-ECC6-43D78F7883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906D5-34D8-465A-9795-EE118A3613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830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835F95-081E-488C-097B-4BFB4A5C30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en-GB" sz="5000" b="1"/>
              <a:t>Introduction to Excel: Basic Data Manipulation and Explorative Data Analysis</a:t>
            </a:r>
            <a:endParaRPr lang="en-GB" sz="5000"/>
          </a:p>
        </p:txBody>
      </p:sp>
      <p:pic>
        <p:nvPicPr>
          <p:cNvPr id="4" name="Picture 3" descr="Magnifying glass showing decling performance">
            <a:extLst>
              <a:ext uri="{FF2B5EF4-FFF2-40B4-BE49-F238E27FC236}">
                <a16:creationId xmlns:a16="http://schemas.microsoft.com/office/drawing/2014/main" id="{FCE60C7E-B0FC-7EB8-41B0-8AF22E2CA6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053" r="42616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5E0336-5CFA-918A-0B92-08C7D1B87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400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A3DF9-F183-BE00-F861-3E62CAD64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GB" sz="2000"/>
              <a:t>Library Data</a:t>
            </a:r>
          </a:p>
          <a:p>
            <a:r>
              <a:rPr lang="en-GB" sz="2000"/>
              <a:t>Working with Excel</a:t>
            </a:r>
          </a:p>
          <a:p>
            <a:r>
              <a:rPr lang="en-GB" sz="2000"/>
              <a:t>Data Manipulation</a:t>
            </a:r>
          </a:p>
        </p:txBody>
      </p:sp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878B8E90-480E-A2CB-20E0-9D946C5077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431" r="11046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986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00ACB8-DEE8-2B7C-FF32-6C2B76D41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Library Data</a:t>
            </a:r>
          </a:p>
        </p:txBody>
      </p:sp>
    </p:spTree>
    <p:extLst>
      <p:ext uri="{BB962C8B-B14F-4D97-AF65-F5344CB8AC3E}">
        <p14:creationId xmlns:p14="http://schemas.microsoft.com/office/powerpoint/2010/main" val="3018985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80B65-712E-7686-B945-6D36230EA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4000"/>
              <a:t>What is Library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44731-706F-6441-7CB1-F98098DE4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8" y="2743200"/>
            <a:ext cx="5574890" cy="3613149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GB" sz="2400" dirty="0"/>
              <a:t>Library Data is any quantitative or qualitative information generated by daily operational activities, patron interactions, collection usage, and administrative transactions within a library system.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56142E-2FCF-C873-4F31-26AEE34756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694" r="27250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059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09E646-BB04-F10C-1A28-D9B93FF46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GB" sz="6800"/>
              <a:t>Data Generated in the Library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79D9CF-9645-C67F-A970-0709C3781D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8247733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5535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2AB6C1-0E26-B451-0CBA-DD6F96E0A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GB" sz="4800"/>
              <a:t>Business Intelligence in the Library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796C579-208D-2C10-435F-CCA18A9816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4206838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1636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320351-9FA2-4A26-885B-BB8F3E490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CD2EFB-78C2-4C6E-A6B9-4ED12FAD5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Files in folders">
            <a:extLst>
              <a:ext uri="{FF2B5EF4-FFF2-40B4-BE49-F238E27FC236}">
                <a16:creationId xmlns:a16="http://schemas.microsoft.com/office/drawing/2014/main" id="{B4968B04-1AB5-7DC3-A91D-BFFFE9E8C38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4773" b="10957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25E911-9037-3209-15DB-9D40F50BF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600427"/>
            <a:ext cx="9875520" cy="329990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200">
                <a:solidFill>
                  <a:srgbClr val="FFFFFF"/>
                </a:solidFill>
              </a:rPr>
              <a:t>Library Sections and Data</a:t>
            </a:r>
          </a:p>
        </p:txBody>
      </p:sp>
    </p:spTree>
    <p:extLst>
      <p:ext uri="{BB962C8B-B14F-4D97-AF65-F5344CB8AC3E}">
        <p14:creationId xmlns:p14="http://schemas.microsoft.com/office/powerpoint/2010/main" val="4240479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BE3D1-705E-81CB-FB00-D5C68C9DD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Circulation Section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ECC3F4-E0B5-A0B4-C212-CD77593B610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6639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76A02-4244-A005-B21C-C67FAB87C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C7B96-B60A-CF3C-C48A-BBC7AEACA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 Section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BD0FA9-AD5C-AE1B-5EAF-0C527782FD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55713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064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B7B5B-1A14-38F7-30C4-C232CC3E5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1E4AB-98DA-3A2D-A30B-92C5FEA34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Collection Development Section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34177B-DBA9-2CFA-B865-25104DA40C7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9798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9411D-21B5-2401-89BC-700CA440C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9B9B-5F80-0E8E-55B7-F2DEB2755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Cataloguing &amp; Classification Section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745590-13AE-4881-0C1D-19F7518C41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792672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8191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DB0D1-BE54-40FD-3908-E33191B59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39E00-7555-52AB-CC5B-62033D107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Serials Section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0D3FE91-A2C1-687D-9B0F-2F2BD09AD1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607597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5266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43064-0D0A-F44A-1D67-29855C1F4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547E0-40CF-30D5-9015-6AC19C5EF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E-Library / Systems Section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97DF3D-A0C3-20B8-55DC-B1E6090FDD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461117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1250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067154-C0A3-CFE5-1DCC-D012C009E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640080"/>
            <a:ext cx="625111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Data Manipulation and Explorative Data Analysis</a:t>
            </a: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E0A80357-D0F2-32FE-1F7C-50891410B8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543" r="23257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576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A4EE24-5A49-8AB7-07F7-D57BC7653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GB" b="1">
                <a:solidFill>
                  <a:srgbClr val="FFFFFF"/>
                </a:solidFill>
              </a:rPr>
              <a:t>Introduction to Excel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20076CBF-F119-5EF2-0B84-922AD044F0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9548682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5694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651478-6F21-2E35-3D43-91AA844D2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Hands on With Excel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8842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</TotalTime>
  <Words>541</Words>
  <Application>Microsoft Office PowerPoint</Application>
  <PresentationFormat>Widescreen</PresentationFormat>
  <Paragraphs>50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Introduction to Excel: Basic Data Manipulation and Explorative Data Analysis</vt:lpstr>
      <vt:lpstr>Outline</vt:lpstr>
      <vt:lpstr>Library Data</vt:lpstr>
      <vt:lpstr>What is Library Data</vt:lpstr>
      <vt:lpstr>Data Generated in the Library</vt:lpstr>
      <vt:lpstr>Business Intelligence in the Library</vt:lpstr>
      <vt:lpstr>Library Sections and Data</vt:lpstr>
      <vt:lpstr>Circulation Section</vt:lpstr>
      <vt:lpstr>Reference Section</vt:lpstr>
      <vt:lpstr>Collection Development Section</vt:lpstr>
      <vt:lpstr>Cataloguing &amp; Classification Section</vt:lpstr>
      <vt:lpstr>Serials Section</vt:lpstr>
      <vt:lpstr>E-Library / Systems Section</vt:lpstr>
      <vt:lpstr>Data Manipulation and Explorative Data Analysis</vt:lpstr>
      <vt:lpstr>Introduction to Excel</vt:lpstr>
      <vt:lpstr>Hands on With Excel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Jesubukade Ajakaye</dc:creator>
  <cp:lastModifiedBy>Jesubukade Ajakaye</cp:lastModifiedBy>
  <cp:revision>1</cp:revision>
  <dcterms:created xsi:type="dcterms:W3CDTF">2026-08-04T15:13:19Z</dcterms:created>
  <dcterms:modified xsi:type="dcterms:W3CDTF">2026-08-05T17:55:50Z</dcterms:modified>
</cp:coreProperties>
</file>