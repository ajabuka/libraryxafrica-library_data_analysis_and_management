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29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9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06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3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2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4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1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9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7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y plastic numbers">
            <a:extLst>
              <a:ext uri="{FF2B5EF4-FFF2-40B4-BE49-F238E27FC236}">
                <a16:creationId xmlns:a16="http://schemas.microsoft.com/office/drawing/2014/main" id="{557398D9-0D20-D5BE-AF72-E605488A19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0116" b="5614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BA2EC-CE67-854E-669D-B7148F886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066" y="1205802"/>
            <a:ext cx="9947868" cy="3295860"/>
          </a:xfrm>
        </p:spPr>
        <p:txBody>
          <a:bodyPr>
            <a:normAutofit/>
          </a:bodyPr>
          <a:lstStyle/>
          <a:p>
            <a:r>
              <a:rPr lang="en-GB" sz="8800" dirty="0">
                <a:solidFill>
                  <a:srgbClr val="FFFFFF"/>
                </a:solidFill>
              </a:rPr>
              <a:t>LESSONS 1 – 3 CONSOLIDATION</a:t>
            </a:r>
          </a:p>
        </p:txBody>
      </p:sp>
    </p:spTree>
    <p:extLst>
      <p:ext uri="{BB962C8B-B14F-4D97-AF65-F5344CB8AC3E}">
        <p14:creationId xmlns:p14="http://schemas.microsoft.com/office/powerpoint/2010/main" val="2698301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VanillaVTI</vt:lpstr>
      <vt:lpstr>LESSONS 1 – 3 CONSOLIDATION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Jesubukade Ajakaye</dc:creator>
  <cp:lastModifiedBy>Jesubukade Ajakaye</cp:lastModifiedBy>
  <cp:revision>1</cp:revision>
  <dcterms:created xsi:type="dcterms:W3CDTF">2026-09-16T16:55:57Z</dcterms:created>
  <dcterms:modified xsi:type="dcterms:W3CDTF">2026-09-16T16:57:27Z</dcterms:modified>
</cp:coreProperties>
</file>