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5" r:id="rId8"/>
    <p:sldId id="269" r:id="rId9"/>
    <p:sldId id="263" r:id="rId10"/>
    <p:sldId id="261" r:id="rId11"/>
    <p:sldId id="264"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6E0F3A-BD42-4ABC-9A5B-8D663A10F900}" v="18" dt="2026-10-07T12:31:24.9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ubukade Ajakaye" userId="2984dc69f4d237b3" providerId="LiveId" clId="{5B336FDC-8693-49F7-8112-D04F6DD722B1}"/>
    <pc:docChg chg="undo custSel addSld modSld sldOrd">
      <pc:chgData name="Jesubukade Ajakaye" userId="2984dc69f4d237b3" providerId="LiveId" clId="{5B336FDC-8693-49F7-8112-D04F6DD722B1}" dt="2026-10-07T12:33:29.876" v="167" actId="179"/>
      <pc:docMkLst>
        <pc:docMk/>
      </pc:docMkLst>
      <pc:sldChg chg="addSp modSp mod setBg">
        <pc:chgData name="Jesubukade Ajakaye" userId="2984dc69f4d237b3" providerId="LiveId" clId="{5B336FDC-8693-49F7-8112-D04F6DD722B1}" dt="2026-10-07T12:06:26.581" v="28" actId="403"/>
        <pc:sldMkLst>
          <pc:docMk/>
          <pc:sldMk cId="3875754339" sldId="264"/>
        </pc:sldMkLst>
        <pc:spChg chg="mod">
          <ac:chgData name="Jesubukade Ajakaye" userId="2984dc69f4d237b3" providerId="LiveId" clId="{5B336FDC-8693-49F7-8112-D04F6DD722B1}" dt="2026-10-07T12:06:01.130" v="24" actId="26606"/>
          <ac:spMkLst>
            <pc:docMk/>
            <pc:sldMk cId="3875754339" sldId="264"/>
            <ac:spMk id="2" creationId="{88C014F7-88FE-EDCB-7FCD-1C83FC692186}"/>
          </ac:spMkLst>
        </pc:spChg>
        <pc:spChg chg="mod">
          <ac:chgData name="Jesubukade Ajakaye" userId="2984dc69f4d237b3" providerId="LiveId" clId="{5B336FDC-8693-49F7-8112-D04F6DD722B1}" dt="2026-10-07T12:06:26.581" v="28" actId="403"/>
          <ac:spMkLst>
            <pc:docMk/>
            <pc:sldMk cId="3875754339" sldId="264"/>
            <ac:spMk id="3" creationId="{CFDC7EF0-C599-22C3-5F7F-AB5C80CD2B7C}"/>
          </ac:spMkLst>
        </pc:spChg>
        <pc:spChg chg="add">
          <ac:chgData name="Jesubukade Ajakaye" userId="2984dc69f4d237b3" providerId="LiveId" clId="{5B336FDC-8693-49F7-8112-D04F6DD722B1}" dt="2026-10-07T12:06:01.130" v="24" actId="26606"/>
          <ac:spMkLst>
            <pc:docMk/>
            <pc:sldMk cId="3875754339" sldId="264"/>
            <ac:spMk id="8" creationId="{B6CDA21F-E7AF-4C75-8395-33F58D5B0E45}"/>
          </ac:spMkLst>
        </pc:spChg>
        <pc:spChg chg="add">
          <ac:chgData name="Jesubukade Ajakaye" userId="2984dc69f4d237b3" providerId="LiveId" clId="{5B336FDC-8693-49F7-8112-D04F6DD722B1}" dt="2026-10-07T12:06:01.130" v="24" actId="26606"/>
          <ac:spMkLst>
            <pc:docMk/>
            <pc:sldMk cId="3875754339" sldId="264"/>
            <ac:spMk id="15" creationId="{D5B0017B-2ECA-49AF-B397-DC140825DF8D}"/>
          </ac:spMkLst>
        </pc:spChg>
        <pc:grpChg chg="add">
          <ac:chgData name="Jesubukade Ajakaye" userId="2984dc69f4d237b3" providerId="LiveId" clId="{5B336FDC-8693-49F7-8112-D04F6DD722B1}" dt="2026-10-07T12:06:01.130" v="24" actId="26606"/>
          <ac:grpSpMkLst>
            <pc:docMk/>
            <pc:sldMk cId="3875754339" sldId="264"/>
            <ac:grpSpMk id="10" creationId="{AE1C45F0-260A-458C-96ED-C1F6D2151219}"/>
          </ac:grpSpMkLst>
        </pc:grpChg>
        <pc:cxnChg chg="add">
          <ac:chgData name="Jesubukade Ajakaye" userId="2984dc69f4d237b3" providerId="LiveId" clId="{5B336FDC-8693-49F7-8112-D04F6DD722B1}" dt="2026-10-07T12:06:01.130" v="24" actId="26606"/>
          <ac:cxnSpMkLst>
            <pc:docMk/>
            <pc:sldMk cId="3875754339" sldId="264"/>
            <ac:cxnSpMk id="17" creationId="{6CF1BAF6-AD41-4082-B212-8A1F9A2E8779}"/>
          </ac:cxnSpMkLst>
        </pc:cxnChg>
      </pc:sldChg>
      <pc:sldChg chg="addSp modSp new mod setBg">
        <pc:chgData name="Jesubukade Ajakaye" userId="2984dc69f4d237b3" providerId="LiveId" clId="{5B336FDC-8693-49F7-8112-D04F6DD722B1}" dt="2026-10-07T12:07:52.530" v="42" actId="123"/>
        <pc:sldMkLst>
          <pc:docMk/>
          <pc:sldMk cId="1785517130" sldId="265"/>
        </pc:sldMkLst>
        <pc:spChg chg="mod">
          <ac:chgData name="Jesubukade Ajakaye" userId="2984dc69f4d237b3" providerId="LiveId" clId="{5B336FDC-8693-49F7-8112-D04F6DD722B1}" dt="2026-10-07T12:07:48.817" v="41" actId="26606"/>
          <ac:spMkLst>
            <pc:docMk/>
            <pc:sldMk cId="1785517130" sldId="265"/>
            <ac:spMk id="2" creationId="{49BC5F92-A81D-FC86-70EF-25000BFE0796}"/>
          </ac:spMkLst>
        </pc:spChg>
        <pc:spChg chg="mod">
          <ac:chgData name="Jesubukade Ajakaye" userId="2984dc69f4d237b3" providerId="LiveId" clId="{5B336FDC-8693-49F7-8112-D04F6DD722B1}" dt="2026-10-07T12:07:52.530" v="42" actId="123"/>
          <ac:spMkLst>
            <pc:docMk/>
            <pc:sldMk cId="1785517130" sldId="265"/>
            <ac:spMk id="3" creationId="{5FD53AA4-9297-2FF0-DA24-A821BB01406A}"/>
          </ac:spMkLst>
        </pc:spChg>
        <pc:spChg chg="add">
          <ac:chgData name="Jesubukade Ajakaye" userId="2984dc69f4d237b3" providerId="LiveId" clId="{5B336FDC-8693-49F7-8112-D04F6DD722B1}" dt="2026-10-07T12:07:48.817" v="41" actId="26606"/>
          <ac:spMkLst>
            <pc:docMk/>
            <pc:sldMk cId="1785517130" sldId="265"/>
            <ac:spMk id="8" creationId="{B6CDA21F-E7AF-4C75-8395-33F58D5B0E45}"/>
          </ac:spMkLst>
        </pc:spChg>
        <pc:spChg chg="add">
          <ac:chgData name="Jesubukade Ajakaye" userId="2984dc69f4d237b3" providerId="LiveId" clId="{5B336FDC-8693-49F7-8112-D04F6DD722B1}" dt="2026-10-07T12:07:48.817" v="41" actId="26606"/>
          <ac:spMkLst>
            <pc:docMk/>
            <pc:sldMk cId="1785517130" sldId="265"/>
            <ac:spMk id="15" creationId="{D5B0017B-2ECA-49AF-B397-DC140825DF8D}"/>
          </ac:spMkLst>
        </pc:spChg>
        <pc:grpChg chg="add">
          <ac:chgData name="Jesubukade Ajakaye" userId="2984dc69f4d237b3" providerId="LiveId" clId="{5B336FDC-8693-49F7-8112-D04F6DD722B1}" dt="2026-10-07T12:07:48.817" v="41" actId="26606"/>
          <ac:grpSpMkLst>
            <pc:docMk/>
            <pc:sldMk cId="1785517130" sldId="265"/>
            <ac:grpSpMk id="10" creationId="{AE1C45F0-260A-458C-96ED-C1F6D2151219}"/>
          </ac:grpSpMkLst>
        </pc:grpChg>
        <pc:cxnChg chg="add">
          <ac:chgData name="Jesubukade Ajakaye" userId="2984dc69f4d237b3" providerId="LiveId" clId="{5B336FDC-8693-49F7-8112-D04F6DD722B1}" dt="2026-10-07T12:07:48.817" v="41" actId="26606"/>
          <ac:cxnSpMkLst>
            <pc:docMk/>
            <pc:sldMk cId="1785517130" sldId="265"/>
            <ac:cxnSpMk id="17" creationId="{6CF1BAF6-AD41-4082-B212-8A1F9A2E8779}"/>
          </ac:cxnSpMkLst>
        </pc:cxnChg>
      </pc:sldChg>
      <pc:sldChg chg="addSp modSp new mod setBg">
        <pc:chgData name="Jesubukade Ajakaye" userId="2984dc69f4d237b3" providerId="LiveId" clId="{5B336FDC-8693-49F7-8112-D04F6DD722B1}" dt="2026-10-07T12:12:05.934" v="48" actId="123"/>
        <pc:sldMkLst>
          <pc:docMk/>
          <pc:sldMk cId="3279783935" sldId="266"/>
        </pc:sldMkLst>
        <pc:spChg chg="mod">
          <ac:chgData name="Jesubukade Ajakaye" userId="2984dc69f4d237b3" providerId="LiveId" clId="{5B336FDC-8693-49F7-8112-D04F6DD722B1}" dt="2026-10-07T12:12:02.813" v="47" actId="26606"/>
          <ac:spMkLst>
            <pc:docMk/>
            <pc:sldMk cId="3279783935" sldId="266"/>
            <ac:spMk id="2" creationId="{E90763E8-A7A4-4C9E-708D-4ACF9CA5A4CC}"/>
          </ac:spMkLst>
        </pc:spChg>
        <pc:spChg chg="mod">
          <ac:chgData name="Jesubukade Ajakaye" userId="2984dc69f4d237b3" providerId="LiveId" clId="{5B336FDC-8693-49F7-8112-D04F6DD722B1}" dt="2026-10-07T12:12:05.934" v="48" actId="123"/>
          <ac:spMkLst>
            <pc:docMk/>
            <pc:sldMk cId="3279783935" sldId="266"/>
            <ac:spMk id="3" creationId="{E0F862C4-0943-1C7C-9FB5-184958D03BAC}"/>
          </ac:spMkLst>
        </pc:spChg>
        <pc:spChg chg="add">
          <ac:chgData name="Jesubukade Ajakaye" userId="2984dc69f4d237b3" providerId="LiveId" clId="{5B336FDC-8693-49F7-8112-D04F6DD722B1}" dt="2026-10-07T12:12:02.813" v="47" actId="26606"/>
          <ac:spMkLst>
            <pc:docMk/>
            <pc:sldMk cId="3279783935" sldId="266"/>
            <ac:spMk id="9" creationId="{C0763A76-9F1C-4FC5-82B7-DD475DA461B2}"/>
          </ac:spMkLst>
        </pc:spChg>
        <pc:spChg chg="add">
          <ac:chgData name="Jesubukade Ajakaye" userId="2984dc69f4d237b3" providerId="LiveId" clId="{5B336FDC-8693-49F7-8112-D04F6DD722B1}" dt="2026-10-07T12:12:02.813" v="47" actId="26606"/>
          <ac:spMkLst>
            <pc:docMk/>
            <pc:sldMk cId="3279783935" sldId="266"/>
            <ac:spMk id="11" creationId="{E81BF4F6-F2CF-4984-9D14-D6966D92F99F}"/>
          </ac:spMkLst>
        </pc:spChg>
        <pc:picChg chg="add">
          <ac:chgData name="Jesubukade Ajakaye" userId="2984dc69f4d237b3" providerId="LiveId" clId="{5B336FDC-8693-49F7-8112-D04F6DD722B1}" dt="2026-10-07T12:12:02.813" v="47" actId="26606"/>
          <ac:picMkLst>
            <pc:docMk/>
            <pc:sldMk cId="3279783935" sldId="266"/>
            <ac:picMk id="5" creationId="{D000D184-117D-2DCB-CB10-B9D4FC70A195}"/>
          </ac:picMkLst>
        </pc:picChg>
      </pc:sldChg>
      <pc:sldChg chg="addSp delSp modSp new mod setBg">
        <pc:chgData name="Jesubukade Ajakaye" userId="2984dc69f4d237b3" providerId="LiveId" clId="{5B336FDC-8693-49F7-8112-D04F6DD722B1}" dt="2026-10-07T12:17:21.474" v="94" actId="122"/>
        <pc:sldMkLst>
          <pc:docMk/>
          <pc:sldMk cId="3436037264" sldId="267"/>
        </pc:sldMkLst>
        <pc:spChg chg="mod">
          <ac:chgData name="Jesubukade Ajakaye" userId="2984dc69f4d237b3" providerId="LiveId" clId="{5B336FDC-8693-49F7-8112-D04F6DD722B1}" dt="2026-10-07T12:17:01.098" v="91" actId="26606"/>
          <ac:spMkLst>
            <pc:docMk/>
            <pc:sldMk cId="3436037264" sldId="267"/>
            <ac:spMk id="2" creationId="{0767B652-B843-5069-DC13-8BABE265CE0E}"/>
          </ac:spMkLst>
        </pc:spChg>
        <pc:spChg chg="add del mod">
          <ac:chgData name="Jesubukade Ajakaye" userId="2984dc69f4d237b3" providerId="LiveId" clId="{5B336FDC-8693-49F7-8112-D04F6DD722B1}" dt="2026-10-07T12:17:21.474" v="94" actId="122"/>
          <ac:spMkLst>
            <pc:docMk/>
            <pc:sldMk cId="3436037264" sldId="267"/>
            <ac:spMk id="3" creationId="{BF2A09BE-C1C8-E33F-5D70-51A629AD193C}"/>
          </ac:spMkLst>
        </pc:spChg>
        <pc:spChg chg="add">
          <ac:chgData name="Jesubukade Ajakaye" userId="2984dc69f4d237b3" providerId="LiveId" clId="{5B336FDC-8693-49F7-8112-D04F6DD722B1}" dt="2026-10-07T12:17:01.098" v="91" actId="26606"/>
          <ac:spMkLst>
            <pc:docMk/>
            <pc:sldMk cId="3436037264" sldId="267"/>
            <ac:spMk id="8" creationId="{907EF6B7-1338-4443-8C46-6A318D952DFD}"/>
          </ac:spMkLst>
        </pc:spChg>
        <pc:spChg chg="add del">
          <ac:chgData name="Jesubukade Ajakaye" userId="2984dc69f4d237b3" providerId="LiveId" clId="{5B336FDC-8693-49F7-8112-D04F6DD722B1}" dt="2026-10-07T12:15:58.807" v="81" actId="26606"/>
          <ac:spMkLst>
            <pc:docMk/>
            <pc:sldMk cId="3436037264" sldId="267"/>
            <ac:spMk id="9" creationId="{AE2B703B-46F9-481A-A605-82E2A828C4FA}"/>
          </ac:spMkLst>
        </pc:spChg>
        <pc:spChg chg="add del">
          <ac:chgData name="Jesubukade Ajakaye" userId="2984dc69f4d237b3" providerId="LiveId" clId="{5B336FDC-8693-49F7-8112-D04F6DD722B1}" dt="2026-10-07T12:14:29.317" v="79" actId="26606"/>
          <ac:spMkLst>
            <pc:docMk/>
            <pc:sldMk cId="3436037264" sldId="267"/>
            <ac:spMk id="10" creationId="{460B0EFB-53ED-4F35-B05D-F658EA021C65}"/>
          </ac:spMkLst>
        </pc:spChg>
        <pc:spChg chg="add del">
          <ac:chgData name="Jesubukade Ajakaye" userId="2984dc69f4d237b3" providerId="LiveId" clId="{5B336FDC-8693-49F7-8112-D04F6DD722B1}" dt="2026-10-07T12:15:58.807" v="81" actId="26606"/>
          <ac:spMkLst>
            <pc:docMk/>
            <pc:sldMk cId="3436037264" sldId="267"/>
            <ac:spMk id="11" creationId="{F13BE4D7-0C3D-4906-B230-A1C5B4665CCF}"/>
          </ac:spMkLst>
        </pc:spChg>
        <pc:spChg chg="add del">
          <ac:chgData name="Jesubukade Ajakaye" userId="2984dc69f4d237b3" providerId="LiveId" clId="{5B336FDC-8693-49F7-8112-D04F6DD722B1}" dt="2026-10-07T12:14:29.317" v="79" actId="26606"/>
          <ac:spMkLst>
            <pc:docMk/>
            <pc:sldMk cId="3436037264" sldId="267"/>
            <ac:spMk id="12" creationId="{835EF3DD-7D43-4A27-8967-A92FD8CC9365}"/>
          </ac:spMkLst>
        </pc:spChg>
        <pc:spChg chg="add">
          <ac:chgData name="Jesubukade Ajakaye" userId="2984dc69f4d237b3" providerId="LiveId" clId="{5B336FDC-8693-49F7-8112-D04F6DD722B1}" dt="2026-10-07T12:17:01.098" v="91" actId="26606"/>
          <ac:spMkLst>
            <pc:docMk/>
            <pc:sldMk cId="3436037264" sldId="267"/>
            <ac:spMk id="13" creationId="{DAAE4CDD-124C-4DCF-9584-B6033B545DD5}"/>
          </ac:spMkLst>
        </pc:spChg>
        <pc:spChg chg="add">
          <ac:chgData name="Jesubukade Ajakaye" userId="2984dc69f4d237b3" providerId="LiveId" clId="{5B336FDC-8693-49F7-8112-D04F6DD722B1}" dt="2026-10-07T12:17:01.098" v="91" actId="26606"/>
          <ac:spMkLst>
            <pc:docMk/>
            <pc:sldMk cId="3436037264" sldId="267"/>
            <ac:spMk id="14" creationId="{081E4A58-353D-44AE-B2FC-2A74E2E400F7}"/>
          </ac:spMkLst>
        </pc:spChg>
        <pc:graphicFrameChg chg="add del">
          <ac:chgData name="Jesubukade Ajakaye" userId="2984dc69f4d237b3" providerId="LiveId" clId="{5B336FDC-8693-49F7-8112-D04F6DD722B1}" dt="2026-10-07T12:14:29.317" v="79" actId="26606"/>
          <ac:graphicFrameMkLst>
            <pc:docMk/>
            <pc:sldMk cId="3436037264" sldId="267"/>
            <ac:graphicFrameMk id="5" creationId="{C96142BE-4D9F-64F4-E699-5F8D8377F622}"/>
          </ac:graphicFrameMkLst>
        </pc:graphicFrameChg>
        <pc:graphicFrameChg chg="add del">
          <ac:chgData name="Jesubukade Ajakaye" userId="2984dc69f4d237b3" providerId="LiveId" clId="{5B336FDC-8693-49F7-8112-D04F6DD722B1}" dt="2026-10-07T12:15:58.807" v="81" actId="26606"/>
          <ac:graphicFrameMkLst>
            <pc:docMk/>
            <pc:sldMk cId="3436037264" sldId="267"/>
            <ac:graphicFrameMk id="7" creationId="{90A8CE99-3904-C760-38D6-44CB04F1CB75}"/>
          </ac:graphicFrameMkLst>
        </pc:graphicFrameChg>
        <pc:picChg chg="add del">
          <ac:chgData name="Jesubukade Ajakaye" userId="2984dc69f4d237b3" providerId="LiveId" clId="{5B336FDC-8693-49F7-8112-D04F6DD722B1}" dt="2026-10-07T12:14:29.317" v="79" actId="26606"/>
          <ac:picMkLst>
            <pc:docMk/>
            <pc:sldMk cId="3436037264" sldId="267"/>
            <ac:picMk id="6" creationId="{1DB77E92-8584-D4B5-7151-CC6E1DCC3581}"/>
          </ac:picMkLst>
        </pc:picChg>
      </pc:sldChg>
      <pc:sldChg chg="addSp modSp new mod setBg">
        <pc:chgData name="Jesubukade Ajakaye" userId="2984dc69f4d237b3" providerId="LiveId" clId="{5B336FDC-8693-49F7-8112-D04F6DD722B1}" dt="2026-10-07T12:20:31.513" v="138" actId="20577"/>
        <pc:sldMkLst>
          <pc:docMk/>
          <pc:sldMk cId="1297653092" sldId="268"/>
        </pc:sldMkLst>
        <pc:spChg chg="mod">
          <ac:chgData name="Jesubukade Ajakaye" userId="2984dc69f4d237b3" providerId="LiveId" clId="{5B336FDC-8693-49F7-8112-D04F6DD722B1}" dt="2026-10-07T12:19:12.563" v="106" actId="26606"/>
          <ac:spMkLst>
            <pc:docMk/>
            <pc:sldMk cId="1297653092" sldId="268"/>
            <ac:spMk id="2" creationId="{B2F6D307-5E59-8E10-CCA6-BDDC7F54B9C2}"/>
          </ac:spMkLst>
        </pc:spChg>
        <pc:spChg chg="mod">
          <ac:chgData name="Jesubukade Ajakaye" userId="2984dc69f4d237b3" providerId="LiveId" clId="{5B336FDC-8693-49F7-8112-D04F6DD722B1}" dt="2026-10-07T12:20:31.513" v="138" actId="20577"/>
          <ac:spMkLst>
            <pc:docMk/>
            <pc:sldMk cId="1297653092" sldId="268"/>
            <ac:spMk id="3" creationId="{B8E5822B-5976-E623-1F1B-CF4D51A74211}"/>
          </ac:spMkLst>
        </pc:spChg>
        <pc:spChg chg="add">
          <ac:chgData name="Jesubukade Ajakaye" userId="2984dc69f4d237b3" providerId="LiveId" clId="{5B336FDC-8693-49F7-8112-D04F6DD722B1}" dt="2026-10-07T12:19:12.563" v="106" actId="26606"/>
          <ac:spMkLst>
            <pc:docMk/>
            <pc:sldMk cId="1297653092" sldId="268"/>
            <ac:spMk id="8" creationId="{907EF6B7-1338-4443-8C46-6A318D952DFD}"/>
          </ac:spMkLst>
        </pc:spChg>
        <pc:spChg chg="add">
          <ac:chgData name="Jesubukade Ajakaye" userId="2984dc69f4d237b3" providerId="LiveId" clId="{5B336FDC-8693-49F7-8112-D04F6DD722B1}" dt="2026-10-07T12:19:12.563" v="106" actId="26606"/>
          <ac:spMkLst>
            <pc:docMk/>
            <pc:sldMk cId="1297653092" sldId="268"/>
            <ac:spMk id="10" creationId="{DAAE4CDD-124C-4DCF-9584-B6033B545DD5}"/>
          </ac:spMkLst>
        </pc:spChg>
        <pc:spChg chg="add">
          <ac:chgData name="Jesubukade Ajakaye" userId="2984dc69f4d237b3" providerId="LiveId" clId="{5B336FDC-8693-49F7-8112-D04F6DD722B1}" dt="2026-10-07T12:19:12.563" v="106" actId="26606"/>
          <ac:spMkLst>
            <pc:docMk/>
            <pc:sldMk cId="1297653092" sldId="268"/>
            <ac:spMk id="12" creationId="{081E4A58-353D-44AE-B2FC-2A74E2E400F7}"/>
          </ac:spMkLst>
        </pc:spChg>
      </pc:sldChg>
      <pc:sldChg chg="modSp new mod ord">
        <pc:chgData name="Jesubukade Ajakaye" userId="2984dc69f4d237b3" providerId="LiveId" clId="{5B336FDC-8693-49F7-8112-D04F6DD722B1}" dt="2026-10-07T12:33:29.876" v="167" actId="179"/>
        <pc:sldMkLst>
          <pc:docMk/>
          <pc:sldMk cId="3685542165" sldId="269"/>
        </pc:sldMkLst>
        <pc:spChg chg="mod">
          <ac:chgData name="Jesubukade Ajakaye" userId="2984dc69f4d237b3" providerId="LiveId" clId="{5B336FDC-8693-49F7-8112-D04F6DD722B1}" dt="2026-10-07T12:31:01.388" v="140"/>
          <ac:spMkLst>
            <pc:docMk/>
            <pc:sldMk cId="3685542165" sldId="269"/>
            <ac:spMk id="2" creationId="{C0774C67-A711-5CC0-FD9A-6B91157A28E5}"/>
          </ac:spMkLst>
        </pc:spChg>
        <pc:spChg chg="mod">
          <ac:chgData name="Jesubukade Ajakaye" userId="2984dc69f4d237b3" providerId="LiveId" clId="{5B336FDC-8693-49F7-8112-D04F6DD722B1}" dt="2026-10-07T12:33:29.876" v="167" actId="179"/>
          <ac:spMkLst>
            <pc:docMk/>
            <pc:sldMk cId="3685542165" sldId="269"/>
            <ac:spMk id="3" creationId="{E4A0AB2E-5C9D-21A3-161A-D3C422935502}"/>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CF39E1-CB7C-4C8C-A152-5942966E4334}" type="doc">
      <dgm:prSet loTypeId="urn:microsoft.com/office/officeart/2016/7/layout/BasicLinearProcessNumbered" loCatId="process" qsTypeId="urn:microsoft.com/office/officeart/2005/8/quickstyle/simple1" qsCatId="simple" csTypeId="urn:microsoft.com/office/officeart/2005/8/colors/colorful2" csCatId="colorful"/>
      <dgm:spPr/>
      <dgm:t>
        <a:bodyPr/>
        <a:lstStyle/>
        <a:p>
          <a:endParaRPr lang="en-US"/>
        </a:p>
      </dgm:t>
    </dgm:pt>
    <dgm:pt modelId="{74D19F02-F727-4629-828C-C715670B871E}">
      <dgm:prSet/>
      <dgm:spPr/>
      <dgm:t>
        <a:bodyPr/>
        <a:lstStyle/>
        <a:p>
          <a:r>
            <a:rPr lang="en-GB"/>
            <a:t>Import data</a:t>
          </a:r>
          <a:endParaRPr lang="en-US"/>
        </a:p>
      </dgm:t>
    </dgm:pt>
    <dgm:pt modelId="{B2719A28-8A6B-4FD1-8BD2-BE9C51B0C913}" type="parTrans" cxnId="{E5BA13E7-BFA0-4DD2-910E-175D26142B03}">
      <dgm:prSet/>
      <dgm:spPr/>
      <dgm:t>
        <a:bodyPr/>
        <a:lstStyle/>
        <a:p>
          <a:endParaRPr lang="en-US"/>
        </a:p>
      </dgm:t>
    </dgm:pt>
    <dgm:pt modelId="{64A3431E-378E-447B-ABA4-E74AA41B1176}" type="sibTrans" cxnId="{E5BA13E7-BFA0-4DD2-910E-175D26142B03}">
      <dgm:prSet phldrT="1" phldr="0"/>
      <dgm:spPr/>
      <dgm:t>
        <a:bodyPr/>
        <a:lstStyle/>
        <a:p>
          <a:r>
            <a:rPr lang="en-US"/>
            <a:t>1</a:t>
          </a:r>
        </a:p>
      </dgm:t>
    </dgm:pt>
    <dgm:pt modelId="{3C1FC6DB-FB15-4FBB-8649-3847091FC173}">
      <dgm:prSet/>
      <dgm:spPr/>
      <dgm:t>
        <a:bodyPr/>
        <a:lstStyle/>
        <a:p>
          <a:r>
            <a:rPr lang="en-GB"/>
            <a:t>Clean, filter and manipulate data using Query Editor</a:t>
          </a:r>
          <a:endParaRPr lang="en-US"/>
        </a:p>
      </dgm:t>
    </dgm:pt>
    <dgm:pt modelId="{71767F86-EDF8-4FD9-8CF0-D5FB5B2F0AE3}" type="parTrans" cxnId="{86AD4F82-759C-4B95-B1EC-ED07135A9262}">
      <dgm:prSet/>
      <dgm:spPr/>
      <dgm:t>
        <a:bodyPr/>
        <a:lstStyle/>
        <a:p>
          <a:endParaRPr lang="en-US"/>
        </a:p>
      </dgm:t>
    </dgm:pt>
    <dgm:pt modelId="{597BBFF8-58E7-48A9-8BBD-E9BA3C5283B9}" type="sibTrans" cxnId="{86AD4F82-759C-4B95-B1EC-ED07135A9262}">
      <dgm:prSet phldrT="2" phldr="0"/>
      <dgm:spPr/>
      <dgm:t>
        <a:bodyPr/>
        <a:lstStyle/>
        <a:p>
          <a:r>
            <a:rPr lang="en-US"/>
            <a:t>2</a:t>
          </a:r>
        </a:p>
      </dgm:t>
    </dgm:pt>
    <dgm:pt modelId="{3585C877-581D-4D9A-B188-60D8B766EFDA}">
      <dgm:prSet/>
      <dgm:spPr/>
      <dgm:t>
        <a:bodyPr/>
        <a:lstStyle/>
        <a:p>
          <a:r>
            <a:rPr lang="en-GB"/>
            <a:t>Design interactive Dashboards</a:t>
          </a:r>
          <a:endParaRPr lang="en-US"/>
        </a:p>
      </dgm:t>
    </dgm:pt>
    <dgm:pt modelId="{2FBD615E-F932-4FB8-9FF2-4B61B0DD7E36}" type="parTrans" cxnId="{0A7CD321-6830-40C5-817A-97BAB44C6DA3}">
      <dgm:prSet/>
      <dgm:spPr/>
      <dgm:t>
        <a:bodyPr/>
        <a:lstStyle/>
        <a:p>
          <a:endParaRPr lang="en-US"/>
        </a:p>
      </dgm:t>
    </dgm:pt>
    <dgm:pt modelId="{B2CEBE83-C7EC-4FFF-9822-F8F2E87C4B8D}" type="sibTrans" cxnId="{0A7CD321-6830-40C5-817A-97BAB44C6DA3}">
      <dgm:prSet phldrT="3" phldr="0"/>
      <dgm:spPr/>
      <dgm:t>
        <a:bodyPr/>
        <a:lstStyle/>
        <a:p>
          <a:r>
            <a:rPr lang="en-US"/>
            <a:t>3</a:t>
          </a:r>
        </a:p>
      </dgm:t>
    </dgm:pt>
    <dgm:pt modelId="{7AFA2EAF-1D72-4F5E-953B-7649842130C1}" type="pres">
      <dgm:prSet presAssocID="{95CF39E1-CB7C-4C8C-A152-5942966E4334}" presName="Name0" presStyleCnt="0">
        <dgm:presLayoutVars>
          <dgm:animLvl val="lvl"/>
          <dgm:resizeHandles val="exact"/>
        </dgm:presLayoutVars>
      </dgm:prSet>
      <dgm:spPr/>
    </dgm:pt>
    <dgm:pt modelId="{83D51D86-B9DC-4A1C-9617-B4D76223BC14}" type="pres">
      <dgm:prSet presAssocID="{74D19F02-F727-4629-828C-C715670B871E}" presName="compositeNode" presStyleCnt="0">
        <dgm:presLayoutVars>
          <dgm:bulletEnabled val="1"/>
        </dgm:presLayoutVars>
      </dgm:prSet>
      <dgm:spPr/>
    </dgm:pt>
    <dgm:pt modelId="{AB082D58-24C6-4647-ABF2-5CD4D9EC8BE8}" type="pres">
      <dgm:prSet presAssocID="{74D19F02-F727-4629-828C-C715670B871E}" presName="bgRect" presStyleLbl="bgAccFollowNode1" presStyleIdx="0" presStyleCnt="3"/>
      <dgm:spPr/>
    </dgm:pt>
    <dgm:pt modelId="{540E6EF1-7EFD-4914-9170-7358EDA9F25A}" type="pres">
      <dgm:prSet presAssocID="{64A3431E-378E-447B-ABA4-E74AA41B1176}" presName="sibTransNodeCircle" presStyleLbl="alignNode1" presStyleIdx="0" presStyleCnt="6">
        <dgm:presLayoutVars>
          <dgm:chMax val="0"/>
          <dgm:bulletEnabled/>
        </dgm:presLayoutVars>
      </dgm:prSet>
      <dgm:spPr/>
    </dgm:pt>
    <dgm:pt modelId="{8CF729CB-315B-449F-B623-AE6C61C86C0D}" type="pres">
      <dgm:prSet presAssocID="{74D19F02-F727-4629-828C-C715670B871E}" presName="bottomLine" presStyleLbl="alignNode1" presStyleIdx="1" presStyleCnt="6">
        <dgm:presLayoutVars/>
      </dgm:prSet>
      <dgm:spPr/>
    </dgm:pt>
    <dgm:pt modelId="{0A962CFD-9F17-437B-8E6B-9AB4AE9E81A4}" type="pres">
      <dgm:prSet presAssocID="{74D19F02-F727-4629-828C-C715670B871E}" presName="nodeText" presStyleLbl="bgAccFollowNode1" presStyleIdx="0" presStyleCnt="3">
        <dgm:presLayoutVars>
          <dgm:bulletEnabled val="1"/>
        </dgm:presLayoutVars>
      </dgm:prSet>
      <dgm:spPr/>
    </dgm:pt>
    <dgm:pt modelId="{F68A4382-A85C-4277-9F43-0FB1198776BD}" type="pres">
      <dgm:prSet presAssocID="{64A3431E-378E-447B-ABA4-E74AA41B1176}" presName="sibTrans" presStyleCnt="0"/>
      <dgm:spPr/>
    </dgm:pt>
    <dgm:pt modelId="{3F30FA60-4689-413D-857B-1A542F0CF83B}" type="pres">
      <dgm:prSet presAssocID="{3C1FC6DB-FB15-4FBB-8649-3847091FC173}" presName="compositeNode" presStyleCnt="0">
        <dgm:presLayoutVars>
          <dgm:bulletEnabled val="1"/>
        </dgm:presLayoutVars>
      </dgm:prSet>
      <dgm:spPr/>
    </dgm:pt>
    <dgm:pt modelId="{8764DD30-5208-414F-B445-51A70B59D4E8}" type="pres">
      <dgm:prSet presAssocID="{3C1FC6DB-FB15-4FBB-8649-3847091FC173}" presName="bgRect" presStyleLbl="bgAccFollowNode1" presStyleIdx="1" presStyleCnt="3"/>
      <dgm:spPr/>
    </dgm:pt>
    <dgm:pt modelId="{5775DF2D-DC90-4FFD-98F3-6AFBE9AA2B72}" type="pres">
      <dgm:prSet presAssocID="{597BBFF8-58E7-48A9-8BBD-E9BA3C5283B9}" presName="sibTransNodeCircle" presStyleLbl="alignNode1" presStyleIdx="2" presStyleCnt="6">
        <dgm:presLayoutVars>
          <dgm:chMax val="0"/>
          <dgm:bulletEnabled/>
        </dgm:presLayoutVars>
      </dgm:prSet>
      <dgm:spPr/>
    </dgm:pt>
    <dgm:pt modelId="{1D86C70C-B964-4280-8FA5-4B60968C0361}" type="pres">
      <dgm:prSet presAssocID="{3C1FC6DB-FB15-4FBB-8649-3847091FC173}" presName="bottomLine" presStyleLbl="alignNode1" presStyleIdx="3" presStyleCnt="6">
        <dgm:presLayoutVars/>
      </dgm:prSet>
      <dgm:spPr/>
    </dgm:pt>
    <dgm:pt modelId="{72B8FEAE-0424-4192-B62C-F0CAC1181C46}" type="pres">
      <dgm:prSet presAssocID="{3C1FC6DB-FB15-4FBB-8649-3847091FC173}" presName="nodeText" presStyleLbl="bgAccFollowNode1" presStyleIdx="1" presStyleCnt="3">
        <dgm:presLayoutVars>
          <dgm:bulletEnabled val="1"/>
        </dgm:presLayoutVars>
      </dgm:prSet>
      <dgm:spPr/>
    </dgm:pt>
    <dgm:pt modelId="{3B962218-C2FB-46AD-83B3-F12B3B51A8B1}" type="pres">
      <dgm:prSet presAssocID="{597BBFF8-58E7-48A9-8BBD-E9BA3C5283B9}" presName="sibTrans" presStyleCnt="0"/>
      <dgm:spPr/>
    </dgm:pt>
    <dgm:pt modelId="{E656DA2B-A6FE-47A3-A782-364976B18F5B}" type="pres">
      <dgm:prSet presAssocID="{3585C877-581D-4D9A-B188-60D8B766EFDA}" presName="compositeNode" presStyleCnt="0">
        <dgm:presLayoutVars>
          <dgm:bulletEnabled val="1"/>
        </dgm:presLayoutVars>
      </dgm:prSet>
      <dgm:spPr/>
    </dgm:pt>
    <dgm:pt modelId="{15A0BF53-EB4A-4DEE-9791-1BC332A63842}" type="pres">
      <dgm:prSet presAssocID="{3585C877-581D-4D9A-B188-60D8B766EFDA}" presName="bgRect" presStyleLbl="bgAccFollowNode1" presStyleIdx="2" presStyleCnt="3"/>
      <dgm:spPr/>
    </dgm:pt>
    <dgm:pt modelId="{24D78EE4-7F5B-4C46-AF6E-4BE1D5ABDBEB}" type="pres">
      <dgm:prSet presAssocID="{B2CEBE83-C7EC-4FFF-9822-F8F2E87C4B8D}" presName="sibTransNodeCircle" presStyleLbl="alignNode1" presStyleIdx="4" presStyleCnt="6">
        <dgm:presLayoutVars>
          <dgm:chMax val="0"/>
          <dgm:bulletEnabled/>
        </dgm:presLayoutVars>
      </dgm:prSet>
      <dgm:spPr/>
    </dgm:pt>
    <dgm:pt modelId="{88F9C4FC-9D36-4FAB-97AE-340C4894B9E7}" type="pres">
      <dgm:prSet presAssocID="{3585C877-581D-4D9A-B188-60D8B766EFDA}" presName="bottomLine" presStyleLbl="alignNode1" presStyleIdx="5" presStyleCnt="6">
        <dgm:presLayoutVars/>
      </dgm:prSet>
      <dgm:spPr/>
    </dgm:pt>
    <dgm:pt modelId="{A88E3675-3A1E-4BBA-93CC-6904E823A6BB}" type="pres">
      <dgm:prSet presAssocID="{3585C877-581D-4D9A-B188-60D8B766EFDA}" presName="nodeText" presStyleLbl="bgAccFollowNode1" presStyleIdx="2" presStyleCnt="3">
        <dgm:presLayoutVars>
          <dgm:bulletEnabled val="1"/>
        </dgm:presLayoutVars>
      </dgm:prSet>
      <dgm:spPr/>
    </dgm:pt>
  </dgm:ptLst>
  <dgm:cxnLst>
    <dgm:cxn modelId="{76A6E402-B55A-4EE1-B704-FD61DC36422E}" type="presOf" srcId="{64A3431E-378E-447B-ABA4-E74AA41B1176}" destId="{540E6EF1-7EFD-4914-9170-7358EDA9F25A}" srcOrd="0" destOrd="0" presId="urn:microsoft.com/office/officeart/2016/7/layout/BasicLinearProcessNumbered"/>
    <dgm:cxn modelId="{05E9EB1E-8333-4DFA-BEEF-BD39BD2A2677}" type="presOf" srcId="{74D19F02-F727-4629-828C-C715670B871E}" destId="{0A962CFD-9F17-437B-8E6B-9AB4AE9E81A4}" srcOrd="1" destOrd="0" presId="urn:microsoft.com/office/officeart/2016/7/layout/BasicLinearProcessNumbered"/>
    <dgm:cxn modelId="{0A7CD321-6830-40C5-817A-97BAB44C6DA3}" srcId="{95CF39E1-CB7C-4C8C-A152-5942966E4334}" destId="{3585C877-581D-4D9A-B188-60D8B766EFDA}" srcOrd="2" destOrd="0" parTransId="{2FBD615E-F932-4FB8-9FF2-4B61B0DD7E36}" sibTransId="{B2CEBE83-C7EC-4FFF-9822-F8F2E87C4B8D}"/>
    <dgm:cxn modelId="{4698EB3D-F40E-4F26-A322-8C73D3484668}" type="presOf" srcId="{95CF39E1-CB7C-4C8C-A152-5942966E4334}" destId="{7AFA2EAF-1D72-4F5E-953B-7649842130C1}" srcOrd="0" destOrd="0" presId="urn:microsoft.com/office/officeart/2016/7/layout/BasicLinearProcessNumbered"/>
    <dgm:cxn modelId="{3DD30F42-388C-4C0A-B261-89A07C85B52A}" type="presOf" srcId="{3585C877-581D-4D9A-B188-60D8B766EFDA}" destId="{15A0BF53-EB4A-4DEE-9791-1BC332A63842}" srcOrd="0" destOrd="0" presId="urn:microsoft.com/office/officeart/2016/7/layout/BasicLinearProcessNumbered"/>
    <dgm:cxn modelId="{F668DB43-B1F2-4B9C-AF99-1ED1DF608F0E}" type="presOf" srcId="{74D19F02-F727-4629-828C-C715670B871E}" destId="{AB082D58-24C6-4647-ABF2-5CD4D9EC8BE8}" srcOrd="0" destOrd="0" presId="urn:microsoft.com/office/officeart/2016/7/layout/BasicLinearProcessNumbered"/>
    <dgm:cxn modelId="{8010D648-744D-4529-B349-44FE2104CAFB}" type="presOf" srcId="{3585C877-581D-4D9A-B188-60D8B766EFDA}" destId="{A88E3675-3A1E-4BBA-93CC-6904E823A6BB}" srcOrd="1" destOrd="0" presId="urn:microsoft.com/office/officeart/2016/7/layout/BasicLinearProcessNumbered"/>
    <dgm:cxn modelId="{034C736D-69AB-4554-9244-7DB9606E7640}" type="presOf" srcId="{597BBFF8-58E7-48A9-8BBD-E9BA3C5283B9}" destId="{5775DF2D-DC90-4FFD-98F3-6AFBE9AA2B72}" srcOrd="0" destOrd="0" presId="urn:microsoft.com/office/officeart/2016/7/layout/BasicLinearProcessNumbered"/>
    <dgm:cxn modelId="{8F64DA55-CB71-462B-AB38-733931D498CE}" type="presOf" srcId="{B2CEBE83-C7EC-4FFF-9822-F8F2E87C4B8D}" destId="{24D78EE4-7F5B-4C46-AF6E-4BE1D5ABDBEB}" srcOrd="0" destOrd="0" presId="urn:microsoft.com/office/officeart/2016/7/layout/BasicLinearProcessNumbered"/>
    <dgm:cxn modelId="{1CEBEC7C-1CBA-4C2B-B87A-A2EB54441B87}" type="presOf" srcId="{3C1FC6DB-FB15-4FBB-8649-3847091FC173}" destId="{72B8FEAE-0424-4192-B62C-F0CAC1181C46}" srcOrd="1" destOrd="0" presId="urn:microsoft.com/office/officeart/2016/7/layout/BasicLinearProcessNumbered"/>
    <dgm:cxn modelId="{86AD4F82-759C-4B95-B1EC-ED07135A9262}" srcId="{95CF39E1-CB7C-4C8C-A152-5942966E4334}" destId="{3C1FC6DB-FB15-4FBB-8649-3847091FC173}" srcOrd="1" destOrd="0" parTransId="{71767F86-EDF8-4FD9-8CF0-D5FB5B2F0AE3}" sibTransId="{597BBFF8-58E7-48A9-8BBD-E9BA3C5283B9}"/>
    <dgm:cxn modelId="{EC8F5E97-60C7-4FD7-8235-395EEC1709CA}" type="presOf" srcId="{3C1FC6DB-FB15-4FBB-8649-3847091FC173}" destId="{8764DD30-5208-414F-B445-51A70B59D4E8}" srcOrd="0" destOrd="0" presId="urn:microsoft.com/office/officeart/2016/7/layout/BasicLinearProcessNumbered"/>
    <dgm:cxn modelId="{E5BA13E7-BFA0-4DD2-910E-175D26142B03}" srcId="{95CF39E1-CB7C-4C8C-A152-5942966E4334}" destId="{74D19F02-F727-4629-828C-C715670B871E}" srcOrd="0" destOrd="0" parTransId="{B2719A28-8A6B-4FD1-8BD2-BE9C51B0C913}" sibTransId="{64A3431E-378E-447B-ABA4-E74AA41B1176}"/>
    <dgm:cxn modelId="{FC27292D-ED08-44C9-84D8-54267D11B20D}" type="presParOf" srcId="{7AFA2EAF-1D72-4F5E-953B-7649842130C1}" destId="{83D51D86-B9DC-4A1C-9617-B4D76223BC14}" srcOrd="0" destOrd="0" presId="urn:microsoft.com/office/officeart/2016/7/layout/BasicLinearProcessNumbered"/>
    <dgm:cxn modelId="{2868EB7A-5DF1-4952-B797-60ED31820E75}" type="presParOf" srcId="{83D51D86-B9DC-4A1C-9617-B4D76223BC14}" destId="{AB082D58-24C6-4647-ABF2-5CD4D9EC8BE8}" srcOrd="0" destOrd="0" presId="urn:microsoft.com/office/officeart/2016/7/layout/BasicLinearProcessNumbered"/>
    <dgm:cxn modelId="{8AF6914E-45C2-4EC7-B883-8DEF3B15BC1A}" type="presParOf" srcId="{83D51D86-B9DC-4A1C-9617-B4D76223BC14}" destId="{540E6EF1-7EFD-4914-9170-7358EDA9F25A}" srcOrd="1" destOrd="0" presId="urn:microsoft.com/office/officeart/2016/7/layout/BasicLinearProcessNumbered"/>
    <dgm:cxn modelId="{7196701B-9FC1-4BBA-92D8-112E8C03A3F5}" type="presParOf" srcId="{83D51D86-B9DC-4A1C-9617-B4D76223BC14}" destId="{8CF729CB-315B-449F-B623-AE6C61C86C0D}" srcOrd="2" destOrd="0" presId="urn:microsoft.com/office/officeart/2016/7/layout/BasicLinearProcessNumbered"/>
    <dgm:cxn modelId="{1BAE59BC-BE2C-40A6-94CC-C715FA9D755A}" type="presParOf" srcId="{83D51D86-B9DC-4A1C-9617-B4D76223BC14}" destId="{0A962CFD-9F17-437B-8E6B-9AB4AE9E81A4}" srcOrd="3" destOrd="0" presId="urn:microsoft.com/office/officeart/2016/7/layout/BasicLinearProcessNumbered"/>
    <dgm:cxn modelId="{6ED60BDF-3A68-47C8-B73B-FE8DDC389C16}" type="presParOf" srcId="{7AFA2EAF-1D72-4F5E-953B-7649842130C1}" destId="{F68A4382-A85C-4277-9F43-0FB1198776BD}" srcOrd="1" destOrd="0" presId="urn:microsoft.com/office/officeart/2016/7/layout/BasicLinearProcessNumbered"/>
    <dgm:cxn modelId="{CB9D157F-25BF-44C8-BC39-0884CFA70021}" type="presParOf" srcId="{7AFA2EAF-1D72-4F5E-953B-7649842130C1}" destId="{3F30FA60-4689-413D-857B-1A542F0CF83B}" srcOrd="2" destOrd="0" presId="urn:microsoft.com/office/officeart/2016/7/layout/BasicLinearProcessNumbered"/>
    <dgm:cxn modelId="{535535B9-ECA4-4828-899D-F31E11757404}" type="presParOf" srcId="{3F30FA60-4689-413D-857B-1A542F0CF83B}" destId="{8764DD30-5208-414F-B445-51A70B59D4E8}" srcOrd="0" destOrd="0" presId="urn:microsoft.com/office/officeart/2016/7/layout/BasicLinearProcessNumbered"/>
    <dgm:cxn modelId="{58C0A043-9737-488E-9E75-EED34F7A2A0F}" type="presParOf" srcId="{3F30FA60-4689-413D-857B-1A542F0CF83B}" destId="{5775DF2D-DC90-4FFD-98F3-6AFBE9AA2B72}" srcOrd="1" destOrd="0" presId="urn:microsoft.com/office/officeart/2016/7/layout/BasicLinearProcessNumbered"/>
    <dgm:cxn modelId="{5FE1E629-2989-46C0-8A26-7A3C8C9BE712}" type="presParOf" srcId="{3F30FA60-4689-413D-857B-1A542F0CF83B}" destId="{1D86C70C-B964-4280-8FA5-4B60968C0361}" srcOrd="2" destOrd="0" presId="urn:microsoft.com/office/officeart/2016/7/layout/BasicLinearProcessNumbered"/>
    <dgm:cxn modelId="{7EFC836E-1023-42B4-8843-773C8AA3B3F6}" type="presParOf" srcId="{3F30FA60-4689-413D-857B-1A542F0CF83B}" destId="{72B8FEAE-0424-4192-B62C-F0CAC1181C46}" srcOrd="3" destOrd="0" presId="urn:microsoft.com/office/officeart/2016/7/layout/BasicLinearProcessNumbered"/>
    <dgm:cxn modelId="{1DFE83A1-C3A6-43CF-BE71-72122F25C188}" type="presParOf" srcId="{7AFA2EAF-1D72-4F5E-953B-7649842130C1}" destId="{3B962218-C2FB-46AD-83B3-F12B3B51A8B1}" srcOrd="3" destOrd="0" presId="urn:microsoft.com/office/officeart/2016/7/layout/BasicLinearProcessNumbered"/>
    <dgm:cxn modelId="{075FEE73-7152-411B-B656-6F1BEBC7D9B3}" type="presParOf" srcId="{7AFA2EAF-1D72-4F5E-953B-7649842130C1}" destId="{E656DA2B-A6FE-47A3-A782-364976B18F5B}" srcOrd="4" destOrd="0" presId="urn:microsoft.com/office/officeart/2016/7/layout/BasicLinearProcessNumbered"/>
    <dgm:cxn modelId="{4B4D6A5F-09DF-47D2-B79E-AE1152DCE68B}" type="presParOf" srcId="{E656DA2B-A6FE-47A3-A782-364976B18F5B}" destId="{15A0BF53-EB4A-4DEE-9791-1BC332A63842}" srcOrd="0" destOrd="0" presId="urn:microsoft.com/office/officeart/2016/7/layout/BasicLinearProcessNumbered"/>
    <dgm:cxn modelId="{D2E5BC42-90DB-4968-8621-391111A41B0D}" type="presParOf" srcId="{E656DA2B-A6FE-47A3-A782-364976B18F5B}" destId="{24D78EE4-7F5B-4C46-AF6E-4BE1D5ABDBEB}" srcOrd="1" destOrd="0" presId="urn:microsoft.com/office/officeart/2016/7/layout/BasicLinearProcessNumbered"/>
    <dgm:cxn modelId="{A3AC296E-4E0D-4B2E-995C-8B8BFA96CA14}" type="presParOf" srcId="{E656DA2B-A6FE-47A3-A782-364976B18F5B}" destId="{88F9C4FC-9D36-4FAB-97AE-340C4894B9E7}" srcOrd="2" destOrd="0" presId="urn:microsoft.com/office/officeart/2016/7/layout/BasicLinearProcessNumbered"/>
    <dgm:cxn modelId="{FFDC6532-2FCB-4AFD-9B26-706DD77D33BB}" type="presParOf" srcId="{E656DA2B-A6FE-47A3-A782-364976B18F5B}" destId="{A88E3675-3A1E-4BBA-93CC-6904E823A6BB}"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082D58-24C6-4647-ABF2-5CD4D9EC8BE8}">
      <dsp:nvSpPr>
        <dsp:cNvPr id="0" name=""/>
        <dsp:cNvSpPr/>
      </dsp:nvSpPr>
      <dsp:spPr>
        <a:xfrm>
          <a:off x="0" y="0"/>
          <a:ext cx="3286125" cy="3948876"/>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1155700">
            <a:lnSpc>
              <a:spcPct val="90000"/>
            </a:lnSpc>
            <a:spcBef>
              <a:spcPct val="0"/>
            </a:spcBef>
            <a:spcAft>
              <a:spcPct val="35000"/>
            </a:spcAft>
            <a:buNone/>
          </a:pPr>
          <a:r>
            <a:rPr lang="en-GB" sz="2600" kern="1200"/>
            <a:t>Import data</a:t>
          </a:r>
          <a:endParaRPr lang="en-US" sz="2600" kern="1200"/>
        </a:p>
      </dsp:txBody>
      <dsp:txXfrm>
        <a:off x="0" y="1500572"/>
        <a:ext cx="3286125" cy="2369325"/>
      </dsp:txXfrm>
    </dsp:sp>
    <dsp:sp modelId="{540E6EF1-7EFD-4914-9170-7358EDA9F25A}">
      <dsp:nvSpPr>
        <dsp:cNvPr id="0" name=""/>
        <dsp:cNvSpPr/>
      </dsp:nvSpPr>
      <dsp:spPr>
        <a:xfrm>
          <a:off x="1050731" y="394887"/>
          <a:ext cx="1184662" cy="1184662"/>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361" tIns="12700" rIns="92361"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224221" y="568377"/>
        <a:ext cx="837682" cy="837682"/>
      </dsp:txXfrm>
    </dsp:sp>
    <dsp:sp modelId="{8CF729CB-315B-449F-B623-AE6C61C86C0D}">
      <dsp:nvSpPr>
        <dsp:cNvPr id="0" name=""/>
        <dsp:cNvSpPr/>
      </dsp:nvSpPr>
      <dsp:spPr>
        <a:xfrm>
          <a:off x="0" y="3948804"/>
          <a:ext cx="3286125" cy="72"/>
        </a:xfrm>
        <a:prstGeom prst="rect">
          <a:avLst/>
        </a:prstGeom>
        <a:solidFill>
          <a:schemeClr val="accent2">
            <a:hueOff val="1288723"/>
            <a:satOff val="-3699"/>
            <a:lumOff val="-5922"/>
            <a:alphaOff val="0"/>
          </a:schemeClr>
        </a:solidFill>
        <a:ln w="19050" cap="flat" cmpd="sng" algn="ctr">
          <a:solidFill>
            <a:schemeClr val="accent2">
              <a:hueOff val="1288723"/>
              <a:satOff val="-3699"/>
              <a:lumOff val="-5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64DD30-5208-414F-B445-51A70B59D4E8}">
      <dsp:nvSpPr>
        <dsp:cNvPr id="0" name=""/>
        <dsp:cNvSpPr/>
      </dsp:nvSpPr>
      <dsp:spPr>
        <a:xfrm>
          <a:off x="3614737" y="0"/>
          <a:ext cx="3286125" cy="3948876"/>
        </a:xfrm>
        <a:prstGeom prst="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1155700">
            <a:lnSpc>
              <a:spcPct val="90000"/>
            </a:lnSpc>
            <a:spcBef>
              <a:spcPct val="0"/>
            </a:spcBef>
            <a:spcAft>
              <a:spcPct val="35000"/>
            </a:spcAft>
            <a:buNone/>
          </a:pPr>
          <a:r>
            <a:rPr lang="en-GB" sz="2600" kern="1200"/>
            <a:t>Clean, filter and manipulate data using Query Editor</a:t>
          </a:r>
          <a:endParaRPr lang="en-US" sz="2600" kern="1200"/>
        </a:p>
      </dsp:txBody>
      <dsp:txXfrm>
        <a:off x="3614737" y="1500572"/>
        <a:ext cx="3286125" cy="2369325"/>
      </dsp:txXfrm>
    </dsp:sp>
    <dsp:sp modelId="{5775DF2D-DC90-4FFD-98F3-6AFBE9AA2B72}">
      <dsp:nvSpPr>
        <dsp:cNvPr id="0" name=""/>
        <dsp:cNvSpPr/>
      </dsp:nvSpPr>
      <dsp:spPr>
        <a:xfrm>
          <a:off x="4665468" y="394887"/>
          <a:ext cx="1184662" cy="1184662"/>
        </a:xfrm>
        <a:prstGeom prst="ellipse">
          <a:avLst/>
        </a:prstGeom>
        <a:solidFill>
          <a:schemeClr val="accent2">
            <a:hueOff val="2577445"/>
            <a:satOff val="-7397"/>
            <a:lumOff val="-11844"/>
            <a:alphaOff val="0"/>
          </a:schemeClr>
        </a:solidFill>
        <a:ln w="19050" cap="flat" cmpd="sng" algn="ctr">
          <a:solidFill>
            <a:schemeClr val="accent2">
              <a:hueOff val="2577445"/>
              <a:satOff val="-7397"/>
              <a:lumOff val="-1184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361" tIns="12700" rIns="92361"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4838958" y="568377"/>
        <a:ext cx="837682" cy="837682"/>
      </dsp:txXfrm>
    </dsp:sp>
    <dsp:sp modelId="{1D86C70C-B964-4280-8FA5-4B60968C0361}">
      <dsp:nvSpPr>
        <dsp:cNvPr id="0" name=""/>
        <dsp:cNvSpPr/>
      </dsp:nvSpPr>
      <dsp:spPr>
        <a:xfrm>
          <a:off x="3614737" y="3948804"/>
          <a:ext cx="3286125" cy="72"/>
        </a:xfrm>
        <a:prstGeom prst="rect">
          <a:avLst/>
        </a:prstGeom>
        <a:solidFill>
          <a:schemeClr val="accent2">
            <a:hueOff val="3866169"/>
            <a:satOff val="-11096"/>
            <a:lumOff val="-17765"/>
            <a:alphaOff val="0"/>
          </a:schemeClr>
        </a:solidFill>
        <a:ln w="19050" cap="flat" cmpd="sng" algn="ctr">
          <a:solidFill>
            <a:schemeClr val="accent2">
              <a:hueOff val="3866169"/>
              <a:satOff val="-11096"/>
              <a:lumOff val="-17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A0BF53-EB4A-4DEE-9791-1BC332A63842}">
      <dsp:nvSpPr>
        <dsp:cNvPr id="0" name=""/>
        <dsp:cNvSpPr/>
      </dsp:nvSpPr>
      <dsp:spPr>
        <a:xfrm>
          <a:off x="7229475" y="0"/>
          <a:ext cx="3286125" cy="3948876"/>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1155700">
            <a:lnSpc>
              <a:spcPct val="90000"/>
            </a:lnSpc>
            <a:spcBef>
              <a:spcPct val="0"/>
            </a:spcBef>
            <a:spcAft>
              <a:spcPct val="35000"/>
            </a:spcAft>
            <a:buNone/>
          </a:pPr>
          <a:r>
            <a:rPr lang="en-GB" sz="2600" kern="1200"/>
            <a:t>Design interactive Dashboards</a:t>
          </a:r>
          <a:endParaRPr lang="en-US" sz="2600" kern="1200"/>
        </a:p>
      </dsp:txBody>
      <dsp:txXfrm>
        <a:off x="7229475" y="1500572"/>
        <a:ext cx="3286125" cy="2369325"/>
      </dsp:txXfrm>
    </dsp:sp>
    <dsp:sp modelId="{24D78EE4-7F5B-4C46-AF6E-4BE1D5ABDBEB}">
      <dsp:nvSpPr>
        <dsp:cNvPr id="0" name=""/>
        <dsp:cNvSpPr/>
      </dsp:nvSpPr>
      <dsp:spPr>
        <a:xfrm>
          <a:off x="8280206" y="394887"/>
          <a:ext cx="1184662" cy="1184662"/>
        </a:xfrm>
        <a:prstGeom prst="ellipse">
          <a:avLst/>
        </a:prstGeom>
        <a:solidFill>
          <a:schemeClr val="accent2">
            <a:hueOff val="5154891"/>
            <a:satOff val="-14794"/>
            <a:lumOff val="-23687"/>
            <a:alphaOff val="0"/>
          </a:schemeClr>
        </a:solidFill>
        <a:ln w="19050" cap="flat" cmpd="sng" algn="ctr">
          <a:solidFill>
            <a:schemeClr val="accent2">
              <a:hueOff val="5154891"/>
              <a:satOff val="-14794"/>
              <a:lumOff val="-2368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361" tIns="12700" rIns="92361"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453696" y="568377"/>
        <a:ext cx="837682" cy="837682"/>
      </dsp:txXfrm>
    </dsp:sp>
    <dsp:sp modelId="{88F9C4FC-9D36-4FAB-97AE-340C4894B9E7}">
      <dsp:nvSpPr>
        <dsp:cNvPr id="0" name=""/>
        <dsp:cNvSpPr/>
      </dsp:nvSpPr>
      <dsp:spPr>
        <a:xfrm>
          <a:off x="7229475" y="3948804"/>
          <a:ext cx="3286125" cy="72"/>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50FF0-7F7F-EBE2-EFBC-1243EA2AAED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EA4C7F51-51D8-E010-A404-B102F01D9A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54DF7264-1F10-556D-6023-51D1F949BF83}"/>
              </a:ext>
            </a:extLst>
          </p:cNvPr>
          <p:cNvSpPr>
            <a:spLocks noGrp="1"/>
          </p:cNvSpPr>
          <p:nvPr>
            <p:ph type="dt" sz="half" idx="10"/>
          </p:nvPr>
        </p:nvSpPr>
        <p:spPr/>
        <p:txBody>
          <a:bodyPr/>
          <a:lstStyle/>
          <a:p>
            <a:fld id="{3A841F91-15E8-45C5-B431-E0A5DE285FF3}" type="datetimeFigureOut">
              <a:rPr lang="en-GB" smtClean="0"/>
              <a:t>07/10/2026</a:t>
            </a:fld>
            <a:endParaRPr lang="en-GB"/>
          </a:p>
        </p:txBody>
      </p:sp>
      <p:sp>
        <p:nvSpPr>
          <p:cNvPr id="5" name="Footer Placeholder 4">
            <a:extLst>
              <a:ext uri="{FF2B5EF4-FFF2-40B4-BE49-F238E27FC236}">
                <a16:creationId xmlns:a16="http://schemas.microsoft.com/office/drawing/2014/main" id="{4BA91FF8-C418-D366-827E-9A577C1B548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06C82BB-A403-93F8-C216-1E1169CB0DD6}"/>
              </a:ext>
            </a:extLst>
          </p:cNvPr>
          <p:cNvSpPr>
            <a:spLocks noGrp="1"/>
          </p:cNvSpPr>
          <p:nvPr>
            <p:ph type="sldNum" sz="quarter" idx="12"/>
          </p:nvPr>
        </p:nvSpPr>
        <p:spPr/>
        <p:txBody>
          <a:bodyPr/>
          <a:lstStyle/>
          <a:p>
            <a:fld id="{F23219A4-0B4C-4970-96B8-BE496E2FAC16}" type="slidenum">
              <a:rPr lang="en-GB" smtClean="0"/>
              <a:t>‹#›</a:t>
            </a:fld>
            <a:endParaRPr lang="en-GB"/>
          </a:p>
        </p:txBody>
      </p:sp>
    </p:spTree>
    <p:extLst>
      <p:ext uri="{BB962C8B-B14F-4D97-AF65-F5344CB8AC3E}">
        <p14:creationId xmlns:p14="http://schemas.microsoft.com/office/powerpoint/2010/main" val="4166423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6A5-948C-CA4B-8C5A-0163FE85AD5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15D6957-BA6D-EC16-2FE3-162E3CE5E75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973DB3A-656D-E7A4-0087-DC99B325B551}"/>
              </a:ext>
            </a:extLst>
          </p:cNvPr>
          <p:cNvSpPr>
            <a:spLocks noGrp="1"/>
          </p:cNvSpPr>
          <p:nvPr>
            <p:ph type="dt" sz="half" idx="10"/>
          </p:nvPr>
        </p:nvSpPr>
        <p:spPr/>
        <p:txBody>
          <a:bodyPr/>
          <a:lstStyle/>
          <a:p>
            <a:fld id="{3A841F91-15E8-45C5-B431-E0A5DE285FF3}" type="datetimeFigureOut">
              <a:rPr lang="en-GB" smtClean="0"/>
              <a:t>07/10/2026</a:t>
            </a:fld>
            <a:endParaRPr lang="en-GB"/>
          </a:p>
        </p:txBody>
      </p:sp>
      <p:sp>
        <p:nvSpPr>
          <p:cNvPr id="5" name="Footer Placeholder 4">
            <a:extLst>
              <a:ext uri="{FF2B5EF4-FFF2-40B4-BE49-F238E27FC236}">
                <a16:creationId xmlns:a16="http://schemas.microsoft.com/office/drawing/2014/main" id="{B37A96A1-4542-5C4F-B7F4-25C453C918A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ED12444-159A-E7A4-23B3-5EB51E03AFB2}"/>
              </a:ext>
            </a:extLst>
          </p:cNvPr>
          <p:cNvSpPr>
            <a:spLocks noGrp="1"/>
          </p:cNvSpPr>
          <p:nvPr>
            <p:ph type="sldNum" sz="quarter" idx="12"/>
          </p:nvPr>
        </p:nvSpPr>
        <p:spPr/>
        <p:txBody>
          <a:bodyPr/>
          <a:lstStyle/>
          <a:p>
            <a:fld id="{F23219A4-0B4C-4970-96B8-BE496E2FAC16}" type="slidenum">
              <a:rPr lang="en-GB" smtClean="0"/>
              <a:t>‹#›</a:t>
            </a:fld>
            <a:endParaRPr lang="en-GB"/>
          </a:p>
        </p:txBody>
      </p:sp>
    </p:spTree>
    <p:extLst>
      <p:ext uri="{BB962C8B-B14F-4D97-AF65-F5344CB8AC3E}">
        <p14:creationId xmlns:p14="http://schemas.microsoft.com/office/powerpoint/2010/main" val="3467225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D33ED-4273-A0B5-F1FB-9057819EE1C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CD6B1C06-C740-C961-4AD5-7DE991242D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918B49B-1034-D05C-9D33-71C973BADFF4}"/>
              </a:ext>
            </a:extLst>
          </p:cNvPr>
          <p:cNvSpPr>
            <a:spLocks noGrp="1"/>
          </p:cNvSpPr>
          <p:nvPr>
            <p:ph type="dt" sz="half" idx="10"/>
          </p:nvPr>
        </p:nvSpPr>
        <p:spPr/>
        <p:txBody>
          <a:bodyPr/>
          <a:lstStyle/>
          <a:p>
            <a:fld id="{3A841F91-15E8-45C5-B431-E0A5DE285FF3}" type="datetimeFigureOut">
              <a:rPr lang="en-GB" smtClean="0"/>
              <a:t>07/10/2026</a:t>
            </a:fld>
            <a:endParaRPr lang="en-GB"/>
          </a:p>
        </p:txBody>
      </p:sp>
      <p:sp>
        <p:nvSpPr>
          <p:cNvPr id="5" name="Footer Placeholder 4">
            <a:extLst>
              <a:ext uri="{FF2B5EF4-FFF2-40B4-BE49-F238E27FC236}">
                <a16:creationId xmlns:a16="http://schemas.microsoft.com/office/drawing/2014/main" id="{ED6DCDE5-B8A7-0FD3-53C3-12AF6DD4EA0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1DE88B9-6FBC-AE8B-D15E-F3BDC00DB7D3}"/>
              </a:ext>
            </a:extLst>
          </p:cNvPr>
          <p:cNvSpPr>
            <a:spLocks noGrp="1"/>
          </p:cNvSpPr>
          <p:nvPr>
            <p:ph type="sldNum" sz="quarter" idx="12"/>
          </p:nvPr>
        </p:nvSpPr>
        <p:spPr/>
        <p:txBody>
          <a:bodyPr/>
          <a:lstStyle/>
          <a:p>
            <a:fld id="{F23219A4-0B4C-4970-96B8-BE496E2FAC16}" type="slidenum">
              <a:rPr lang="en-GB" smtClean="0"/>
              <a:t>‹#›</a:t>
            </a:fld>
            <a:endParaRPr lang="en-GB"/>
          </a:p>
        </p:txBody>
      </p:sp>
    </p:spTree>
    <p:extLst>
      <p:ext uri="{BB962C8B-B14F-4D97-AF65-F5344CB8AC3E}">
        <p14:creationId xmlns:p14="http://schemas.microsoft.com/office/powerpoint/2010/main" val="4215275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074A3-9D76-07A3-C68B-2168E700095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5D11B519-0B75-B30A-F099-43F78319ABA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3E3D57B3-C3EF-88FD-E720-87E1BEB58E5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A2E9C44B-5F48-C6D5-C15B-301337103BA3}"/>
              </a:ext>
            </a:extLst>
          </p:cNvPr>
          <p:cNvSpPr>
            <a:spLocks noGrp="1"/>
          </p:cNvSpPr>
          <p:nvPr>
            <p:ph type="dt" sz="half" idx="10"/>
          </p:nvPr>
        </p:nvSpPr>
        <p:spPr/>
        <p:txBody>
          <a:bodyPr/>
          <a:lstStyle/>
          <a:p>
            <a:fld id="{3A841F91-15E8-45C5-B431-E0A5DE285FF3}" type="datetimeFigureOut">
              <a:rPr lang="en-GB" smtClean="0"/>
              <a:t>07/10/2026</a:t>
            </a:fld>
            <a:endParaRPr lang="en-GB"/>
          </a:p>
        </p:txBody>
      </p:sp>
      <p:sp>
        <p:nvSpPr>
          <p:cNvPr id="6" name="Footer Placeholder 5">
            <a:extLst>
              <a:ext uri="{FF2B5EF4-FFF2-40B4-BE49-F238E27FC236}">
                <a16:creationId xmlns:a16="http://schemas.microsoft.com/office/drawing/2014/main" id="{90C327CD-708D-2260-3380-EA31541CF74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46A34EA-FE80-8735-F519-98E4A355F138}"/>
              </a:ext>
            </a:extLst>
          </p:cNvPr>
          <p:cNvSpPr>
            <a:spLocks noGrp="1"/>
          </p:cNvSpPr>
          <p:nvPr>
            <p:ph type="sldNum" sz="quarter" idx="12"/>
          </p:nvPr>
        </p:nvSpPr>
        <p:spPr/>
        <p:txBody>
          <a:bodyPr/>
          <a:lstStyle/>
          <a:p>
            <a:fld id="{F23219A4-0B4C-4970-96B8-BE496E2FAC16}" type="slidenum">
              <a:rPr lang="en-GB" smtClean="0"/>
              <a:t>‹#›</a:t>
            </a:fld>
            <a:endParaRPr lang="en-GB"/>
          </a:p>
        </p:txBody>
      </p:sp>
    </p:spTree>
    <p:extLst>
      <p:ext uri="{BB962C8B-B14F-4D97-AF65-F5344CB8AC3E}">
        <p14:creationId xmlns:p14="http://schemas.microsoft.com/office/powerpoint/2010/main" val="554059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DACCC-5021-19EA-9F72-8A3F99CE285F}"/>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D6E75FD8-F8AA-5860-2A07-FC314CD471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113C748-DC0A-60D7-7027-3DDABB4B787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762037C7-4FDF-97E9-7158-F30F749843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A98E278-FDAF-9CAB-928E-F3CA4886648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3F26A726-7B9D-5132-2718-DD21C19AC268}"/>
              </a:ext>
            </a:extLst>
          </p:cNvPr>
          <p:cNvSpPr>
            <a:spLocks noGrp="1"/>
          </p:cNvSpPr>
          <p:nvPr>
            <p:ph type="dt" sz="half" idx="10"/>
          </p:nvPr>
        </p:nvSpPr>
        <p:spPr/>
        <p:txBody>
          <a:bodyPr/>
          <a:lstStyle/>
          <a:p>
            <a:fld id="{3A841F91-15E8-45C5-B431-E0A5DE285FF3}" type="datetimeFigureOut">
              <a:rPr lang="en-GB" smtClean="0"/>
              <a:t>07/10/2026</a:t>
            </a:fld>
            <a:endParaRPr lang="en-GB"/>
          </a:p>
        </p:txBody>
      </p:sp>
      <p:sp>
        <p:nvSpPr>
          <p:cNvPr id="8" name="Footer Placeholder 7">
            <a:extLst>
              <a:ext uri="{FF2B5EF4-FFF2-40B4-BE49-F238E27FC236}">
                <a16:creationId xmlns:a16="http://schemas.microsoft.com/office/drawing/2014/main" id="{08E7669F-6485-B412-F518-5B854B35FC8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E8E9592-F261-D528-F6BC-215D7268289F}"/>
              </a:ext>
            </a:extLst>
          </p:cNvPr>
          <p:cNvSpPr>
            <a:spLocks noGrp="1"/>
          </p:cNvSpPr>
          <p:nvPr>
            <p:ph type="sldNum" sz="quarter" idx="12"/>
          </p:nvPr>
        </p:nvSpPr>
        <p:spPr/>
        <p:txBody>
          <a:bodyPr/>
          <a:lstStyle/>
          <a:p>
            <a:fld id="{F23219A4-0B4C-4970-96B8-BE496E2FAC16}" type="slidenum">
              <a:rPr lang="en-GB" smtClean="0"/>
              <a:t>‹#›</a:t>
            </a:fld>
            <a:endParaRPr lang="en-GB"/>
          </a:p>
        </p:txBody>
      </p:sp>
    </p:spTree>
    <p:extLst>
      <p:ext uri="{BB962C8B-B14F-4D97-AF65-F5344CB8AC3E}">
        <p14:creationId xmlns:p14="http://schemas.microsoft.com/office/powerpoint/2010/main" val="1442173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31F6C-CDA5-A54A-B31E-53C80B577F73}"/>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25220E3A-163A-1D33-1402-3F8D0530264E}"/>
              </a:ext>
            </a:extLst>
          </p:cNvPr>
          <p:cNvSpPr>
            <a:spLocks noGrp="1"/>
          </p:cNvSpPr>
          <p:nvPr>
            <p:ph type="dt" sz="half" idx="10"/>
          </p:nvPr>
        </p:nvSpPr>
        <p:spPr/>
        <p:txBody>
          <a:bodyPr/>
          <a:lstStyle/>
          <a:p>
            <a:fld id="{3A841F91-15E8-45C5-B431-E0A5DE285FF3}" type="datetimeFigureOut">
              <a:rPr lang="en-GB" smtClean="0"/>
              <a:t>07/10/2026</a:t>
            </a:fld>
            <a:endParaRPr lang="en-GB"/>
          </a:p>
        </p:txBody>
      </p:sp>
      <p:sp>
        <p:nvSpPr>
          <p:cNvPr id="4" name="Footer Placeholder 3">
            <a:extLst>
              <a:ext uri="{FF2B5EF4-FFF2-40B4-BE49-F238E27FC236}">
                <a16:creationId xmlns:a16="http://schemas.microsoft.com/office/drawing/2014/main" id="{611F9456-561A-773C-7D4A-4097A3385E6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0361997-68F0-5B52-05DD-977DC1276986}"/>
              </a:ext>
            </a:extLst>
          </p:cNvPr>
          <p:cNvSpPr>
            <a:spLocks noGrp="1"/>
          </p:cNvSpPr>
          <p:nvPr>
            <p:ph type="sldNum" sz="quarter" idx="12"/>
          </p:nvPr>
        </p:nvSpPr>
        <p:spPr/>
        <p:txBody>
          <a:bodyPr/>
          <a:lstStyle/>
          <a:p>
            <a:fld id="{F23219A4-0B4C-4970-96B8-BE496E2FAC16}" type="slidenum">
              <a:rPr lang="en-GB" smtClean="0"/>
              <a:t>‹#›</a:t>
            </a:fld>
            <a:endParaRPr lang="en-GB"/>
          </a:p>
        </p:txBody>
      </p:sp>
    </p:spTree>
    <p:extLst>
      <p:ext uri="{BB962C8B-B14F-4D97-AF65-F5344CB8AC3E}">
        <p14:creationId xmlns:p14="http://schemas.microsoft.com/office/powerpoint/2010/main" val="3412201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A84523-CC4B-1636-9C6C-7CC165E27CC2}"/>
              </a:ext>
            </a:extLst>
          </p:cNvPr>
          <p:cNvSpPr>
            <a:spLocks noGrp="1"/>
          </p:cNvSpPr>
          <p:nvPr>
            <p:ph type="dt" sz="half" idx="10"/>
          </p:nvPr>
        </p:nvSpPr>
        <p:spPr/>
        <p:txBody>
          <a:bodyPr/>
          <a:lstStyle/>
          <a:p>
            <a:fld id="{3A841F91-15E8-45C5-B431-E0A5DE285FF3}" type="datetimeFigureOut">
              <a:rPr lang="en-GB" smtClean="0"/>
              <a:t>07/10/2026</a:t>
            </a:fld>
            <a:endParaRPr lang="en-GB"/>
          </a:p>
        </p:txBody>
      </p:sp>
      <p:sp>
        <p:nvSpPr>
          <p:cNvPr id="3" name="Footer Placeholder 2">
            <a:extLst>
              <a:ext uri="{FF2B5EF4-FFF2-40B4-BE49-F238E27FC236}">
                <a16:creationId xmlns:a16="http://schemas.microsoft.com/office/drawing/2014/main" id="{DA83AB42-3BAF-6802-5D28-8F04B8C2690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BC14909-36EC-2B13-086E-F51EB5309860}"/>
              </a:ext>
            </a:extLst>
          </p:cNvPr>
          <p:cNvSpPr>
            <a:spLocks noGrp="1"/>
          </p:cNvSpPr>
          <p:nvPr>
            <p:ph type="sldNum" sz="quarter" idx="12"/>
          </p:nvPr>
        </p:nvSpPr>
        <p:spPr/>
        <p:txBody>
          <a:bodyPr/>
          <a:lstStyle/>
          <a:p>
            <a:fld id="{F23219A4-0B4C-4970-96B8-BE496E2FAC16}" type="slidenum">
              <a:rPr lang="en-GB" smtClean="0"/>
              <a:t>‹#›</a:t>
            </a:fld>
            <a:endParaRPr lang="en-GB"/>
          </a:p>
        </p:txBody>
      </p:sp>
    </p:spTree>
    <p:extLst>
      <p:ext uri="{BB962C8B-B14F-4D97-AF65-F5344CB8AC3E}">
        <p14:creationId xmlns:p14="http://schemas.microsoft.com/office/powerpoint/2010/main" val="1806611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30F94-3350-68D9-CB85-9AECCF9ED29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013810C4-034B-FE08-8CDC-DD1627C809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EBE4BEC7-3CB4-2ECD-589F-1EDDB5ED0B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FBDEFA4-8B8C-0259-6B44-DAF9BC2DD90E}"/>
              </a:ext>
            </a:extLst>
          </p:cNvPr>
          <p:cNvSpPr>
            <a:spLocks noGrp="1"/>
          </p:cNvSpPr>
          <p:nvPr>
            <p:ph type="dt" sz="half" idx="10"/>
          </p:nvPr>
        </p:nvSpPr>
        <p:spPr/>
        <p:txBody>
          <a:bodyPr/>
          <a:lstStyle/>
          <a:p>
            <a:fld id="{3A841F91-15E8-45C5-B431-E0A5DE285FF3}" type="datetimeFigureOut">
              <a:rPr lang="en-GB" smtClean="0"/>
              <a:t>07/10/2026</a:t>
            </a:fld>
            <a:endParaRPr lang="en-GB"/>
          </a:p>
        </p:txBody>
      </p:sp>
      <p:sp>
        <p:nvSpPr>
          <p:cNvPr id="6" name="Footer Placeholder 5">
            <a:extLst>
              <a:ext uri="{FF2B5EF4-FFF2-40B4-BE49-F238E27FC236}">
                <a16:creationId xmlns:a16="http://schemas.microsoft.com/office/drawing/2014/main" id="{2DE6AC25-7388-DC00-54D3-9F8AE5E6ED1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D4E4E10-F949-3971-7F26-A706D7B1963E}"/>
              </a:ext>
            </a:extLst>
          </p:cNvPr>
          <p:cNvSpPr>
            <a:spLocks noGrp="1"/>
          </p:cNvSpPr>
          <p:nvPr>
            <p:ph type="sldNum" sz="quarter" idx="12"/>
          </p:nvPr>
        </p:nvSpPr>
        <p:spPr/>
        <p:txBody>
          <a:bodyPr/>
          <a:lstStyle/>
          <a:p>
            <a:fld id="{F23219A4-0B4C-4970-96B8-BE496E2FAC16}" type="slidenum">
              <a:rPr lang="en-GB" smtClean="0"/>
              <a:t>‹#›</a:t>
            </a:fld>
            <a:endParaRPr lang="en-GB"/>
          </a:p>
        </p:txBody>
      </p:sp>
    </p:spTree>
    <p:extLst>
      <p:ext uri="{BB962C8B-B14F-4D97-AF65-F5344CB8AC3E}">
        <p14:creationId xmlns:p14="http://schemas.microsoft.com/office/powerpoint/2010/main" val="61704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338E9-B869-CEE7-B562-7FEB8F68BB1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42282E93-9E2D-9EBB-174C-3C356EDB10D6}"/>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714EEBB-1A9B-1524-5778-87502A386C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804168D-6B63-1A6B-D077-B0C01B419741}"/>
              </a:ext>
            </a:extLst>
          </p:cNvPr>
          <p:cNvSpPr>
            <a:spLocks noGrp="1"/>
          </p:cNvSpPr>
          <p:nvPr>
            <p:ph type="dt" sz="half" idx="10"/>
          </p:nvPr>
        </p:nvSpPr>
        <p:spPr/>
        <p:txBody>
          <a:bodyPr/>
          <a:lstStyle/>
          <a:p>
            <a:fld id="{3A841F91-15E8-45C5-B431-E0A5DE285FF3}" type="datetimeFigureOut">
              <a:rPr lang="en-GB" smtClean="0"/>
              <a:t>07/10/2026</a:t>
            </a:fld>
            <a:endParaRPr lang="en-GB"/>
          </a:p>
        </p:txBody>
      </p:sp>
      <p:sp>
        <p:nvSpPr>
          <p:cNvPr id="6" name="Footer Placeholder 5">
            <a:extLst>
              <a:ext uri="{FF2B5EF4-FFF2-40B4-BE49-F238E27FC236}">
                <a16:creationId xmlns:a16="http://schemas.microsoft.com/office/drawing/2014/main" id="{33EC3CDE-C2C4-4420-B6B1-DF2D35CB1E4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6EEBDD7-E63F-C7D0-D0E5-2CF0F3D09B98}"/>
              </a:ext>
            </a:extLst>
          </p:cNvPr>
          <p:cNvSpPr>
            <a:spLocks noGrp="1"/>
          </p:cNvSpPr>
          <p:nvPr>
            <p:ph type="sldNum" sz="quarter" idx="12"/>
          </p:nvPr>
        </p:nvSpPr>
        <p:spPr/>
        <p:txBody>
          <a:bodyPr/>
          <a:lstStyle/>
          <a:p>
            <a:fld id="{F23219A4-0B4C-4970-96B8-BE496E2FAC16}" type="slidenum">
              <a:rPr lang="en-GB" smtClean="0"/>
              <a:t>‹#›</a:t>
            </a:fld>
            <a:endParaRPr lang="en-GB"/>
          </a:p>
        </p:txBody>
      </p:sp>
    </p:spTree>
    <p:extLst>
      <p:ext uri="{BB962C8B-B14F-4D97-AF65-F5344CB8AC3E}">
        <p14:creationId xmlns:p14="http://schemas.microsoft.com/office/powerpoint/2010/main" val="368469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EFFB4-B032-5227-E92F-02B6463B70D0}"/>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F80AFBB2-E2F3-2772-25F4-0F9B44A9187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0AC7ED7-010C-61EF-4A02-551B81F67DF2}"/>
              </a:ext>
            </a:extLst>
          </p:cNvPr>
          <p:cNvSpPr>
            <a:spLocks noGrp="1"/>
          </p:cNvSpPr>
          <p:nvPr>
            <p:ph type="dt" sz="half" idx="10"/>
          </p:nvPr>
        </p:nvSpPr>
        <p:spPr/>
        <p:txBody>
          <a:bodyPr/>
          <a:lstStyle/>
          <a:p>
            <a:fld id="{3A841F91-15E8-45C5-B431-E0A5DE285FF3}" type="datetimeFigureOut">
              <a:rPr lang="en-GB" smtClean="0"/>
              <a:t>07/10/2026</a:t>
            </a:fld>
            <a:endParaRPr lang="en-GB"/>
          </a:p>
        </p:txBody>
      </p:sp>
      <p:sp>
        <p:nvSpPr>
          <p:cNvPr id="5" name="Footer Placeholder 4">
            <a:extLst>
              <a:ext uri="{FF2B5EF4-FFF2-40B4-BE49-F238E27FC236}">
                <a16:creationId xmlns:a16="http://schemas.microsoft.com/office/drawing/2014/main" id="{4CB8E432-3F77-2664-26CD-F1DF42A56CB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B676CB-984D-DB53-7DC8-EBE42CDC1D50}"/>
              </a:ext>
            </a:extLst>
          </p:cNvPr>
          <p:cNvSpPr>
            <a:spLocks noGrp="1"/>
          </p:cNvSpPr>
          <p:nvPr>
            <p:ph type="sldNum" sz="quarter" idx="12"/>
          </p:nvPr>
        </p:nvSpPr>
        <p:spPr/>
        <p:txBody>
          <a:bodyPr/>
          <a:lstStyle/>
          <a:p>
            <a:fld id="{F23219A4-0B4C-4970-96B8-BE496E2FAC16}" type="slidenum">
              <a:rPr lang="en-GB" smtClean="0"/>
              <a:t>‹#›</a:t>
            </a:fld>
            <a:endParaRPr lang="en-GB"/>
          </a:p>
        </p:txBody>
      </p:sp>
    </p:spTree>
    <p:extLst>
      <p:ext uri="{BB962C8B-B14F-4D97-AF65-F5344CB8AC3E}">
        <p14:creationId xmlns:p14="http://schemas.microsoft.com/office/powerpoint/2010/main" val="197663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8DDA8B-1E06-CC85-4B1C-ED20E5D70CD6}"/>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82A94A1-18BB-9D1D-93B3-E8903D25A9C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7586E60-204B-6067-8662-3EEF08A90A68}"/>
              </a:ext>
            </a:extLst>
          </p:cNvPr>
          <p:cNvSpPr>
            <a:spLocks noGrp="1"/>
          </p:cNvSpPr>
          <p:nvPr>
            <p:ph type="dt" sz="half" idx="10"/>
          </p:nvPr>
        </p:nvSpPr>
        <p:spPr/>
        <p:txBody>
          <a:bodyPr/>
          <a:lstStyle/>
          <a:p>
            <a:fld id="{3A841F91-15E8-45C5-B431-E0A5DE285FF3}" type="datetimeFigureOut">
              <a:rPr lang="en-GB" smtClean="0"/>
              <a:t>07/10/2026</a:t>
            </a:fld>
            <a:endParaRPr lang="en-GB"/>
          </a:p>
        </p:txBody>
      </p:sp>
      <p:sp>
        <p:nvSpPr>
          <p:cNvPr id="5" name="Footer Placeholder 4">
            <a:extLst>
              <a:ext uri="{FF2B5EF4-FFF2-40B4-BE49-F238E27FC236}">
                <a16:creationId xmlns:a16="http://schemas.microsoft.com/office/drawing/2014/main" id="{B76C7643-630E-501E-8960-8DB4F934DA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5793880-1E52-11DE-05C9-DA351F9FD8DC}"/>
              </a:ext>
            </a:extLst>
          </p:cNvPr>
          <p:cNvSpPr>
            <a:spLocks noGrp="1"/>
          </p:cNvSpPr>
          <p:nvPr>
            <p:ph type="sldNum" sz="quarter" idx="12"/>
          </p:nvPr>
        </p:nvSpPr>
        <p:spPr/>
        <p:txBody>
          <a:bodyPr/>
          <a:lstStyle/>
          <a:p>
            <a:fld id="{F23219A4-0B4C-4970-96B8-BE496E2FAC16}" type="slidenum">
              <a:rPr lang="en-GB" smtClean="0"/>
              <a:t>‹#›</a:t>
            </a:fld>
            <a:endParaRPr lang="en-GB"/>
          </a:p>
        </p:txBody>
      </p:sp>
    </p:spTree>
    <p:extLst>
      <p:ext uri="{BB962C8B-B14F-4D97-AF65-F5344CB8AC3E}">
        <p14:creationId xmlns:p14="http://schemas.microsoft.com/office/powerpoint/2010/main" val="484305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5A6F37-5059-A16A-55C5-C6F4B8EDF4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0719D9BA-94C9-E89A-A8C0-0EA9B3FD98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042F0C5-D880-CBD0-CE4C-C08140DA7B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841F91-15E8-45C5-B431-E0A5DE285FF3}" type="datetimeFigureOut">
              <a:rPr lang="en-GB" smtClean="0"/>
              <a:t>07/10/2026</a:t>
            </a:fld>
            <a:endParaRPr lang="en-GB"/>
          </a:p>
        </p:txBody>
      </p:sp>
      <p:sp>
        <p:nvSpPr>
          <p:cNvPr id="5" name="Footer Placeholder 4">
            <a:extLst>
              <a:ext uri="{FF2B5EF4-FFF2-40B4-BE49-F238E27FC236}">
                <a16:creationId xmlns:a16="http://schemas.microsoft.com/office/drawing/2014/main" id="{FFE1046E-8014-D902-0C80-8AB40A93CF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09691D2-180A-381E-A6C1-67AC7340AB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3219A4-0B4C-4970-96B8-BE496E2FAC16}" type="slidenum">
              <a:rPr lang="en-GB" smtClean="0"/>
              <a:t>‹#›</a:t>
            </a:fld>
            <a:endParaRPr lang="en-GB"/>
          </a:p>
        </p:txBody>
      </p:sp>
    </p:spTree>
    <p:extLst>
      <p:ext uri="{BB962C8B-B14F-4D97-AF65-F5344CB8AC3E}">
        <p14:creationId xmlns:p14="http://schemas.microsoft.com/office/powerpoint/2010/main" val="15770435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youtube.com/watch?v=-QOtL_LOc40"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AFE96-1425-F99D-CE1A-6F99241BE986}"/>
              </a:ext>
            </a:extLst>
          </p:cNvPr>
          <p:cNvSpPr>
            <a:spLocks noGrp="1"/>
          </p:cNvSpPr>
          <p:nvPr>
            <p:ph type="ctrTitle"/>
          </p:nvPr>
        </p:nvSpPr>
        <p:spPr/>
        <p:txBody>
          <a:bodyPr/>
          <a:lstStyle/>
          <a:p>
            <a:r>
              <a:rPr lang="en-GB" dirty="0"/>
              <a:t>DAX in Power BI</a:t>
            </a:r>
          </a:p>
        </p:txBody>
      </p:sp>
    </p:spTree>
    <p:extLst>
      <p:ext uri="{BB962C8B-B14F-4D97-AF65-F5344CB8AC3E}">
        <p14:creationId xmlns:p14="http://schemas.microsoft.com/office/powerpoint/2010/main" val="3017210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7E10F0-959D-C59F-7DA4-1DBDE62E4195}"/>
              </a:ext>
            </a:extLst>
          </p:cNvPr>
          <p:cNvSpPr>
            <a:spLocks noGrp="1"/>
          </p:cNvSpPr>
          <p:nvPr>
            <p:ph type="title"/>
          </p:nvPr>
        </p:nvSpPr>
        <p:spPr>
          <a:xfrm>
            <a:off x="838200" y="365125"/>
            <a:ext cx="10515600" cy="1325563"/>
          </a:xfrm>
        </p:spPr>
        <p:txBody>
          <a:bodyPr>
            <a:normAutofit/>
          </a:bodyPr>
          <a:lstStyle/>
          <a:p>
            <a:r>
              <a:rPr lang="en-GB" sz="5400"/>
              <a:t>So far… So Good…</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79B7588E-1590-F839-FC21-699F134DAB60}"/>
              </a:ext>
            </a:extLst>
          </p:cNvPr>
          <p:cNvGraphicFramePr>
            <a:graphicFrameLocks noGrp="1"/>
          </p:cNvGraphicFramePr>
          <p:nvPr>
            <p:ph idx="1"/>
            <p:extLst>
              <p:ext uri="{D42A27DB-BD31-4B8C-83A1-F6EECF244321}">
                <p14:modId xmlns:p14="http://schemas.microsoft.com/office/powerpoint/2010/main" val="1424178808"/>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36412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omplex maths formulae on a blackboard">
            <a:extLst>
              <a:ext uri="{FF2B5EF4-FFF2-40B4-BE49-F238E27FC236}">
                <a16:creationId xmlns:a16="http://schemas.microsoft.com/office/drawing/2014/main" id="{3E554977-A9BB-6CAA-0A54-AD3F1767024D}"/>
              </a:ext>
            </a:extLst>
          </p:cNvPr>
          <p:cNvPicPr>
            <a:picLocks noChangeAspect="1"/>
          </p:cNvPicPr>
          <p:nvPr/>
        </p:nvPicPr>
        <p:blipFill>
          <a:blip r:embed="rId2">
            <a:alphaModFix amt="50000"/>
          </a:blip>
          <a:srcRect t="18208" b="4737"/>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83A44F29-3EC5-AF19-D265-1AD3AAAD1B80}"/>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a:solidFill>
                  <a:srgbClr val="FFFFFF"/>
                </a:solidFill>
              </a:rPr>
              <a:t>Next: Calculation Logic</a:t>
            </a:r>
          </a:p>
        </p:txBody>
      </p:sp>
    </p:spTree>
    <p:extLst>
      <p:ext uri="{BB962C8B-B14F-4D97-AF65-F5344CB8AC3E}">
        <p14:creationId xmlns:p14="http://schemas.microsoft.com/office/powerpoint/2010/main" val="400532317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694EE-4903-2D31-16D0-E0FBD3963EE2}"/>
              </a:ext>
            </a:extLst>
          </p:cNvPr>
          <p:cNvSpPr>
            <a:spLocks noGrp="1"/>
          </p:cNvSpPr>
          <p:nvPr>
            <p:ph type="title"/>
          </p:nvPr>
        </p:nvSpPr>
        <p:spPr/>
        <p:txBody>
          <a:bodyPr/>
          <a:lstStyle/>
          <a:p>
            <a:r>
              <a:rPr lang="en-GB" dirty="0"/>
              <a:t>DAX</a:t>
            </a:r>
          </a:p>
        </p:txBody>
      </p:sp>
      <p:sp>
        <p:nvSpPr>
          <p:cNvPr id="3" name="Content Placeholder 2">
            <a:extLst>
              <a:ext uri="{FF2B5EF4-FFF2-40B4-BE49-F238E27FC236}">
                <a16:creationId xmlns:a16="http://schemas.microsoft.com/office/drawing/2014/main" id="{B760ECD6-2887-A91D-4233-C97F61BF1F18}"/>
              </a:ext>
            </a:extLst>
          </p:cNvPr>
          <p:cNvSpPr>
            <a:spLocks noGrp="1"/>
          </p:cNvSpPr>
          <p:nvPr>
            <p:ph idx="1"/>
          </p:nvPr>
        </p:nvSpPr>
        <p:spPr>
          <a:xfrm>
            <a:off x="556751" y="1599482"/>
            <a:ext cx="11078497" cy="4516181"/>
          </a:xfrm>
        </p:spPr>
        <p:txBody>
          <a:bodyPr/>
          <a:lstStyle/>
          <a:p>
            <a:pPr marL="0" indent="0">
              <a:buNone/>
            </a:pPr>
            <a:r>
              <a:rPr lang="en-GB" dirty="0"/>
              <a:t>Data Analysis Expression (DAX) is the formula engine behind Power BI (also used behind the scenes for computations)</a:t>
            </a:r>
          </a:p>
          <a:p>
            <a:pPr marL="0" indent="0">
              <a:buNone/>
            </a:pPr>
            <a:endParaRPr lang="en-GB" dirty="0"/>
          </a:p>
          <a:p>
            <a:pPr marL="0" indent="0">
              <a:buNone/>
            </a:pPr>
            <a:endParaRPr lang="en-GB" dirty="0"/>
          </a:p>
          <a:p>
            <a:pPr marL="0" indent="0">
              <a:buNone/>
            </a:pPr>
            <a:endParaRPr lang="en-GB" dirty="0"/>
          </a:p>
          <a:p>
            <a:pPr marL="0" indent="0">
              <a:buNone/>
            </a:pPr>
            <a:r>
              <a:rPr lang="en-GB" dirty="0"/>
              <a:t>Introduction to DAX: </a:t>
            </a:r>
            <a:r>
              <a:rPr lang="en-GB" dirty="0">
                <a:hlinkClick r:id="rId2"/>
              </a:rPr>
              <a:t>https://www.youtube.com/watch?v=-QOtL_LOc40</a:t>
            </a:r>
            <a:r>
              <a:rPr lang="en-GB" dirty="0"/>
              <a:t> </a:t>
            </a:r>
          </a:p>
        </p:txBody>
      </p:sp>
    </p:spTree>
    <p:extLst>
      <p:ext uri="{BB962C8B-B14F-4D97-AF65-F5344CB8AC3E}">
        <p14:creationId xmlns:p14="http://schemas.microsoft.com/office/powerpoint/2010/main" val="1836077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3438E1-15BC-9764-411E-2D26311D42D4}"/>
              </a:ext>
            </a:extLst>
          </p:cNvPr>
          <p:cNvSpPr>
            <a:spLocks noGrp="1"/>
          </p:cNvSpPr>
          <p:nvPr>
            <p:ph type="title"/>
          </p:nvPr>
        </p:nvSpPr>
        <p:spPr>
          <a:xfrm>
            <a:off x="731526" y="809898"/>
            <a:ext cx="10816040" cy="1554480"/>
          </a:xfrm>
        </p:spPr>
        <p:txBody>
          <a:bodyPr anchor="ctr">
            <a:normAutofit/>
          </a:bodyPr>
          <a:lstStyle/>
          <a:p>
            <a:r>
              <a:rPr lang="en-GB" sz="4800" dirty="0"/>
              <a:t>The Big Distinction: Columns vs. Measures</a:t>
            </a:r>
          </a:p>
        </p:txBody>
      </p:sp>
      <p:sp>
        <p:nvSpPr>
          <p:cNvPr id="3" name="Content Placeholder 2">
            <a:extLst>
              <a:ext uri="{FF2B5EF4-FFF2-40B4-BE49-F238E27FC236}">
                <a16:creationId xmlns:a16="http://schemas.microsoft.com/office/drawing/2014/main" id="{83D00F9A-076B-F5F6-F1CA-5DDAB6017CC9}"/>
              </a:ext>
            </a:extLst>
          </p:cNvPr>
          <p:cNvSpPr>
            <a:spLocks noGrp="1"/>
          </p:cNvSpPr>
          <p:nvPr>
            <p:ph idx="1"/>
          </p:nvPr>
        </p:nvSpPr>
        <p:spPr>
          <a:xfrm>
            <a:off x="1045028" y="2560321"/>
            <a:ext cx="10059852" cy="4013197"/>
          </a:xfrm>
        </p:spPr>
        <p:txBody>
          <a:bodyPr anchor="ctr">
            <a:normAutofit/>
          </a:bodyPr>
          <a:lstStyle/>
          <a:p>
            <a:pPr marL="0" indent="0" algn="just">
              <a:buNone/>
            </a:pPr>
            <a:r>
              <a:rPr lang="en-GB" sz="2400" dirty="0"/>
              <a:t>There are two primary calculations you can create DAX:</a:t>
            </a:r>
            <a:endParaRPr lang="en-GB" sz="2000" dirty="0"/>
          </a:p>
          <a:p>
            <a:pPr marL="1076325" indent="-1076325" algn="just">
              <a:buNone/>
            </a:pPr>
            <a:r>
              <a:rPr lang="en-GB" sz="2000" dirty="0"/>
              <a:t>	</a:t>
            </a:r>
            <a:r>
              <a:rPr lang="en-GB" sz="2000" b="1" dirty="0"/>
              <a:t>Calculated Measures</a:t>
            </a:r>
            <a:r>
              <a:rPr lang="en-GB" sz="2000" dirty="0"/>
              <a:t>: These are dynamic, invisible calculations that only compute a result when you drop them into a visual on your dashboard.</a:t>
            </a:r>
          </a:p>
          <a:p>
            <a:pPr marL="1076325" indent="-1076325" algn="just">
              <a:buNone/>
            </a:pPr>
            <a:r>
              <a:rPr lang="en-GB" sz="2000" dirty="0"/>
              <a:t>	</a:t>
            </a:r>
            <a:r>
              <a:rPr lang="en-GB" sz="2000" i="1" dirty="0"/>
              <a:t>Example:</a:t>
            </a:r>
            <a:r>
              <a:rPr lang="en-GB" sz="2000" dirty="0"/>
              <a:t> Counting the total number of checkout transactions.</a:t>
            </a:r>
          </a:p>
          <a:p>
            <a:pPr marL="1076325" indent="-1076325" algn="ctr">
              <a:buNone/>
            </a:pPr>
            <a:r>
              <a:rPr lang="en-GB" sz="2000" dirty="0"/>
              <a:t>	</a:t>
            </a:r>
            <a:r>
              <a:rPr lang="en-GB" sz="1800" dirty="0"/>
              <a:t>Total Checkouts = COUNTROWS('Circulation')</a:t>
            </a:r>
          </a:p>
          <a:p>
            <a:pPr marL="1076325" indent="-1076325" algn="just">
              <a:buNone/>
            </a:pPr>
            <a:r>
              <a:rPr lang="en-GB" sz="2000" dirty="0"/>
              <a:t>	</a:t>
            </a:r>
            <a:r>
              <a:rPr lang="en-GB" sz="2000" b="1" dirty="0"/>
              <a:t>Calculated Columns</a:t>
            </a:r>
            <a:r>
              <a:rPr lang="en-GB" sz="2000" dirty="0"/>
              <a:t>: These add a physical new column to a table, calculating a value for every single row. You use this for static row-by-row math.</a:t>
            </a:r>
          </a:p>
          <a:p>
            <a:pPr marL="1076325" indent="-1076325" algn="just">
              <a:buNone/>
            </a:pPr>
            <a:r>
              <a:rPr lang="en-GB" sz="2000" dirty="0"/>
              <a:t>	</a:t>
            </a:r>
            <a:r>
              <a:rPr lang="en-GB" sz="2000" i="1" dirty="0"/>
              <a:t>Example:</a:t>
            </a:r>
            <a:r>
              <a:rPr lang="en-GB" sz="2000" dirty="0"/>
              <a:t> Calculating how many days a book is late.</a:t>
            </a:r>
          </a:p>
          <a:p>
            <a:pPr marL="1076325" indent="-1076325" algn="ctr">
              <a:buNone/>
            </a:pPr>
            <a:r>
              <a:rPr lang="en-GB" sz="2000" dirty="0"/>
              <a:t>	</a:t>
            </a:r>
            <a:r>
              <a:rPr lang="en-GB" sz="1800" dirty="0"/>
              <a:t>Days Overdue = DATEDIFF('Circulation'[</a:t>
            </a:r>
            <a:r>
              <a:rPr lang="en-GB" sz="1800" dirty="0" err="1"/>
              <a:t>DueDate</a:t>
            </a:r>
            <a:r>
              <a:rPr lang="en-GB" sz="1800" dirty="0"/>
              <a:t>], TODAY(), DAY)</a:t>
            </a:r>
            <a:endParaRPr lang="en-GB" sz="20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9524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E12832-B824-EC24-FA71-38539C8E70C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E12EBA7-5AD1-459D-8001-1AB125AF4D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2E547B1-0432-6EFF-A66A-D3699B1B2A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7769F0ED-C224-D725-EF7C-7DFD1E02E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2410277-36E8-7EC0-2CE8-4AC652435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17C4100-2095-7385-6696-4443CE76D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C8E767AC-803F-6C21-3E75-C31C5E4223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AE429B-C4BC-C559-9D26-CC5B47E983BE}"/>
              </a:ext>
            </a:extLst>
          </p:cNvPr>
          <p:cNvSpPr>
            <a:spLocks noGrp="1"/>
          </p:cNvSpPr>
          <p:nvPr>
            <p:ph type="title"/>
          </p:nvPr>
        </p:nvSpPr>
        <p:spPr>
          <a:xfrm>
            <a:off x="731526" y="809898"/>
            <a:ext cx="10816040" cy="1554480"/>
          </a:xfrm>
        </p:spPr>
        <p:txBody>
          <a:bodyPr anchor="ctr">
            <a:normAutofit/>
          </a:bodyPr>
          <a:lstStyle/>
          <a:p>
            <a:r>
              <a:rPr lang="en-GB" sz="4800" dirty="0"/>
              <a:t>The Foundation: Basic Aggregations</a:t>
            </a:r>
          </a:p>
        </p:txBody>
      </p:sp>
      <p:sp>
        <p:nvSpPr>
          <p:cNvPr id="3" name="Content Placeholder 2">
            <a:extLst>
              <a:ext uri="{FF2B5EF4-FFF2-40B4-BE49-F238E27FC236}">
                <a16:creationId xmlns:a16="http://schemas.microsoft.com/office/drawing/2014/main" id="{B95169F4-4717-AD88-41A5-41B11698E31C}"/>
              </a:ext>
            </a:extLst>
          </p:cNvPr>
          <p:cNvSpPr>
            <a:spLocks noGrp="1"/>
          </p:cNvSpPr>
          <p:nvPr>
            <p:ph idx="1"/>
          </p:nvPr>
        </p:nvSpPr>
        <p:spPr>
          <a:xfrm>
            <a:off x="1045028" y="2560321"/>
            <a:ext cx="10059852" cy="4013197"/>
          </a:xfrm>
        </p:spPr>
        <p:txBody>
          <a:bodyPr anchor="ctr">
            <a:normAutofit/>
          </a:bodyPr>
          <a:lstStyle/>
          <a:p>
            <a:pPr marL="0" indent="0" algn="just">
              <a:buNone/>
            </a:pPr>
            <a:r>
              <a:rPr lang="en-GB" sz="2400" dirty="0"/>
              <a:t>Simple Functions</a:t>
            </a:r>
          </a:p>
          <a:p>
            <a:pPr marL="0" indent="0" algn="just">
              <a:buNone/>
            </a:pPr>
            <a:r>
              <a:rPr lang="en-GB" sz="2400" dirty="0"/>
              <a:t>Addition</a:t>
            </a:r>
          </a:p>
          <a:p>
            <a:pPr marL="0" indent="0" algn="just">
              <a:buNone/>
            </a:pPr>
            <a:r>
              <a:rPr lang="en-GB" sz="2400" dirty="0"/>
              <a:t>	</a:t>
            </a:r>
            <a:r>
              <a:rPr lang="en-GB" sz="2000" dirty="0"/>
              <a:t>Total Fine Revenue = SUM('Circulation'[</a:t>
            </a:r>
            <a:r>
              <a:rPr lang="en-GB" sz="2000" dirty="0" err="1"/>
              <a:t>FineAmount</a:t>
            </a:r>
            <a:r>
              <a:rPr lang="en-GB" sz="2000" dirty="0"/>
              <a:t>])</a:t>
            </a:r>
          </a:p>
          <a:p>
            <a:pPr marL="0" indent="0" algn="just">
              <a:buNone/>
            </a:pPr>
            <a:r>
              <a:rPr lang="en-GB" sz="2400" dirty="0"/>
              <a:t>Unique</a:t>
            </a:r>
          </a:p>
          <a:p>
            <a:pPr marL="0" indent="0" algn="just">
              <a:buNone/>
            </a:pPr>
            <a:r>
              <a:rPr lang="en-GB" sz="2400" dirty="0"/>
              <a:t>	</a:t>
            </a:r>
            <a:r>
              <a:rPr lang="en-GB" sz="2000" dirty="0"/>
              <a:t>Unique Patrons = DISTINCTCOUNT('Circulation'[</a:t>
            </a:r>
            <a:r>
              <a:rPr lang="en-GB" sz="2000" dirty="0" err="1"/>
              <a:t>PatronID</a:t>
            </a:r>
            <a:r>
              <a:rPr lang="en-GB" sz="2000" dirty="0"/>
              <a:t>])</a:t>
            </a:r>
          </a:p>
          <a:p>
            <a:pPr marL="0" indent="0" algn="just">
              <a:buNone/>
            </a:pPr>
            <a:r>
              <a:rPr lang="en-GB" sz="2000" dirty="0"/>
              <a:t>Others include:</a:t>
            </a:r>
          </a:p>
          <a:p>
            <a:pPr marL="0" indent="0" algn="just">
              <a:buNone/>
            </a:pPr>
            <a:r>
              <a:rPr lang="en-GB" sz="2000" dirty="0"/>
              <a:t>	AVERAGE, MIN, MAX (include SUM, only works on numeric columns)</a:t>
            </a:r>
            <a:endParaRPr lang="en-GB" sz="2400" dirty="0"/>
          </a:p>
          <a:p>
            <a:pPr marL="0" indent="0" algn="just">
              <a:buNone/>
            </a:pPr>
            <a:endParaRPr lang="en-GB" sz="2000" dirty="0"/>
          </a:p>
        </p:txBody>
      </p:sp>
      <p:cxnSp>
        <p:nvCxnSpPr>
          <p:cNvPr id="17" name="Straight Connector 16">
            <a:extLst>
              <a:ext uri="{FF2B5EF4-FFF2-40B4-BE49-F238E27FC236}">
                <a16:creationId xmlns:a16="http://schemas.microsoft.com/office/drawing/2014/main" id="{AA693D6D-7432-BB78-CB42-A6DDE24002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8662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BC5F92-A81D-FC86-70EF-25000BFE0796}"/>
              </a:ext>
            </a:extLst>
          </p:cNvPr>
          <p:cNvSpPr>
            <a:spLocks noGrp="1"/>
          </p:cNvSpPr>
          <p:nvPr>
            <p:ph type="title"/>
          </p:nvPr>
        </p:nvSpPr>
        <p:spPr>
          <a:xfrm>
            <a:off x="1043631" y="809898"/>
            <a:ext cx="9942716" cy="1554480"/>
          </a:xfrm>
        </p:spPr>
        <p:txBody>
          <a:bodyPr anchor="ctr">
            <a:normAutofit/>
          </a:bodyPr>
          <a:lstStyle/>
          <a:p>
            <a:r>
              <a:rPr lang="en-GB" sz="4800"/>
              <a:t>Safe Division</a:t>
            </a:r>
          </a:p>
        </p:txBody>
      </p:sp>
      <p:sp>
        <p:nvSpPr>
          <p:cNvPr id="3" name="Content Placeholder 2">
            <a:extLst>
              <a:ext uri="{FF2B5EF4-FFF2-40B4-BE49-F238E27FC236}">
                <a16:creationId xmlns:a16="http://schemas.microsoft.com/office/drawing/2014/main" id="{5FD53AA4-9297-2FF0-DA24-A821BB01406A}"/>
              </a:ext>
            </a:extLst>
          </p:cNvPr>
          <p:cNvSpPr>
            <a:spLocks noGrp="1"/>
          </p:cNvSpPr>
          <p:nvPr>
            <p:ph idx="1"/>
          </p:nvPr>
        </p:nvSpPr>
        <p:spPr>
          <a:xfrm>
            <a:off x="1045028" y="3017522"/>
            <a:ext cx="9941319" cy="3124658"/>
          </a:xfrm>
        </p:spPr>
        <p:txBody>
          <a:bodyPr anchor="ctr">
            <a:normAutofit/>
          </a:bodyPr>
          <a:lstStyle/>
          <a:p>
            <a:pPr algn="just"/>
            <a:r>
              <a:rPr lang="en-GB" sz="2400" dirty="0"/>
              <a:t>Always use the DIVIDE function instead of the standard mathematical division symbol. DIVIDE automatically handles "divide by zero" errors gracefully, preventing dashboards from crashing or displaying ugly error messages when a branch happens to have zero visits for a specific day.</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5517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74C67-A711-5CC0-FD9A-6B91157A28E5}"/>
              </a:ext>
            </a:extLst>
          </p:cNvPr>
          <p:cNvSpPr>
            <a:spLocks noGrp="1"/>
          </p:cNvSpPr>
          <p:nvPr>
            <p:ph type="title"/>
          </p:nvPr>
        </p:nvSpPr>
        <p:spPr/>
        <p:txBody>
          <a:bodyPr/>
          <a:lstStyle/>
          <a:p>
            <a:r>
              <a:rPr lang="en-GB" b="1" dirty="0"/>
              <a:t>Understanding simple functions </a:t>
            </a:r>
            <a:endParaRPr lang="en-GB" dirty="0"/>
          </a:p>
        </p:txBody>
      </p:sp>
      <p:sp>
        <p:nvSpPr>
          <p:cNvPr id="3" name="Content Placeholder 2">
            <a:extLst>
              <a:ext uri="{FF2B5EF4-FFF2-40B4-BE49-F238E27FC236}">
                <a16:creationId xmlns:a16="http://schemas.microsoft.com/office/drawing/2014/main" id="{E4A0AB2E-5C9D-21A3-161A-D3C422935502}"/>
              </a:ext>
            </a:extLst>
          </p:cNvPr>
          <p:cNvSpPr>
            <a:spLocks noGrp="1"/>
          </p:cNvSpPr>
          <p:nvPr>
            <p:ph idx="1"/>
          </p:nvPr>
        </p:nvSpPr>
        <p:spPr/>
        <p:txBody>
          <a:bodyPr>
            <a:normAutofit fontScale="92500" lnSpcReduction="20000"/>
          </a:bodyPr>
          <a:lstStyle/>
          <a:p>
            <a:pPr marL="0" indent="0">
              <a:buNone/>
            </a:pPr>
            <a:r>
              <a:rPr lang="en-GB" dirty="0"/>
              <a:t>The syntax of a simple function follows these rules. </a:t>
            </a:r>
          </a:p>
          <a:p>
            <a:pPr marL="0" indent="0">
              <a:buNone/>
            </a:pPr>
            <a:r>
              <a:rPr lang="en-GB" dirty="0"/>
              <a:t>	</a:t>
            </a:r>
            <a:r>
              <a:rPr lang="en-GB" dirty="0">
                <a:solidFill>
                  <a:srgbClr val="FF0000"/>
                </a:solidFill>
              </a:rPr>
              <a:t>Output name</a:t>
            </a:r>
            <a:r>
              <a:rPr lang="en-GB" dirty="0"/>
              <a:t> = </a:t>
            </a:r>
            <a:r>
              <a:rPr lang="en-GB" dirty="0">
                <a:solidFill>
                  <a:srgbClr val="FFFF00"/>
                </a:solidFill>
              </a:rPr>
              <a:t>function</a:t>
            </a:r>
            <a:r>
              <a:rPr lang="en-GB" dirty="0"/>
              <a:t>(</a:t>
            </a:r>
            <a:r>
              <a:rPr lang="en-GB" dirty="0">
                <a:solidFill>
                  <a:srgbClr val="00B050"/>
                </a:solidFill>
              </a:rPr>
              <a:t>table name</a:t>
            </a:r>
            <a:r>
              <a:rPr lang="en-GB" dirty="0"/>
              <a:t>[</a:t>
            </a:r>
            <a:r>
              <a:rPr lang="en-GB" dirty="0">
                <a:solidFill>
                  <a:srgbClr val="0070C0"/>
                </a:solidFill>
              </a:rPr>
              <a:t>column name2</a:t>
            </a:r>
            <a:r>
              <a:rPr lang="en-GB" dirty="0"/>
              <a:t>]) </a:t>
            </a:r>
          </a:p>
          <a:p>
            <a:r>
              <a:rPr lang="en-GB" dirty="0"/>
              <a:t>When following this: </a:t>
            </a:r>
          </a:p>
          <a:p>
            <a:pPr marL="893763" indent="-893763">
              <a:buNone/>
            </a:pPr>
            <a:r>
              <a:rPr lang="en-GB" dirty="0">
                <a:solidFill>
                  <a:srgbClr val="FF0000"/>
                </a:solidFill>
              </a:rPr>
              <a:t>	Output name </a:t>
            </a:r>
            <a:r>
              <a:rPr lang="en-GB" dirty="0"/>
              <a:t>– is what you want to name the output (this could be a column for example) that you are wanting the information to go into. </a:t>
            </a:r>
          </a:p>
          <a:p>
            <a:pPr marL="893763" indent="-893763">
              <a:buNone/>
            </a:pPr>
            <a:r>
              <a:rPr lang="en-GB" dirty="0">
                <a:solidFill>
                  <a:srgbClr val="FFFF00"/>
                </a:solidFill>
              </a:rPr>
              <a:t>	Function</a:t>
            </a:r>
            <a:r>
              <a:rPr lang="en-GB" dirty="0"/>
              <a:t> – is what you are wanting to do to the data (for example AVERAGE or SUM). </a:t>
            </a:r>
          </a:p>
          <a:p>
            <a:pPr marL="893763" indent="-893763">
              <a:buNone/>
            </a:pPr>
            <a:r>
              <a:rPr lang="en-GB" dirty="0">
                <a:solidFill>
                  <a:srgbClr val="00B050"/>
                </a:solidFill>
              </a:rPr>
              <a:t>	Table name</a:t>
            </a:r>
            <a:r>
              <a:rPr lang="en-GB" dirty="0"/>
              <a:t> – is where the column we are using the data from to manipulate </a:t>
            </a:r>
          </a:p>
          <a:p>
            <a:pPr marL="893763" indent="-893763">
              <a:buNone/>
            </a:pPr>
            <a:r>
              <a:rPr lang="en-GB">
                <a:solidFill>
                  <a:srgbClr val="0070C0"/>
                </a:solidFill>
              </a:rPr>
              <a:t>	Column </a:t>
            </a:r>
            <a:r>
              <a:rPr lang="en-GB" dirty="0">
                <a:solidFill>
                  <a:srgbClr val="0070C0"/>
                </a:solidFill>
              </a:rPr>
              <a:t>name2</a:t>
            </a:r>
            <a:r>
              <a:rPr lang="en-GB" dirty="0"/>
              <a:t> – is the column name of where the data is on the table that we want to manipulate. </a:t>
            </a:r>
          </a:p>
        </p:txBody>
      </p:sp>
    </p:spTree>
    <p:extLst>
      <p:ext uri="{BB962C8B-B14F-4D97-AF65-F5344CB8AC3E}">
        <p14:creationId xmlns:p14="http://schemas.microsoft.com/office/powerpoint/2010/main" val="3685542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9AC715-6D4B-6935-A96B-D6472A505C5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5ED61FC-4FCD-80FD-CF6E-14C91B95D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00DD3309-648F-5D01-7765-7DF29E72AE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396158D4-F922-9CBB-0C5A-23551EE234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5278164-9F25-226D-EE8E-4B70D52005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EB7A9B4-CA30-FF12-3ABD-601CBF80BD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BF5AEAC5-56CF-C1E4-FE35-8AA518F973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8B24CB-55C7-8D82-7932-247F3B6DC203}"/>
              </a:ext>
            </a:extLst>
          </p:cNvPr>
          <p:cNvSpPr>
            <a:spLocks noGrp="1"/>
          </p:cNvSpPr>
          <p:nvPr>
            <p:ph type="title"/>
          </p:nvPr>
        </p:nvSpPr>
        <p:spPr>
          <a:xfrm>
            <a:off x="731526" y="809898"/>
            <a:ext cx="10816040" cy="1554480"/>
          </a:xfrm>
        </p:spPr>
        <p:txBody>
          <a:bodyPr anchor="ctr">
            <a:normAutofit/>
          </a:bodyPr>
          <a:lstStyle/>
          <a:p>
            <a:r>
              <a:rPr lang="en-GB" sz="4800" dirty="0"/>
              <a:t>The Heavyweight: CALCULATE</a:t>
            </a:r>
          </a:p>
        </p:txBody>
      </p:sp>
      <p:sp>
        <p:nvSpPr>
          <p:cNvPr id="3" name="Content Placeholder 2">
            <a:extLst>
              <a:ext uri="{FF2B5EF4-FFF2-40B4-BE49-F238E27FC236}">
                <a16:creationId xmlns:a16="http://schemas.microsoft.com/office/drawing/2014/main" id="{CCA3ACBC-0B40-0A71-FCC6-831329905B0D}"/>
              </a:ext>
            </a:extLst>
          </p:cNvPr>
          <p:cNvSpPr>
            <a:spLocks noGrp="1"/>
          </p:cNvSpPr>
          <p:nvPr>
            <p:ph idx="1"/>
          </p:nvPr>
        </p:nvSpPr>
        <p:spPr>
          <a:xfrm>
            <a:off x="1045028" y="2560321"/>
            <a:ext cx="10059852" cy="4013197"/>
          </a:xfrm>
        </p:spPr>
        <p:txBody>
          <a:bodyPr anchor="ctr">
            <a:normAutofit/>
          </a:bodyPr>
          <a:lstStyle/>
          <a:p>
            <a:pPr marL="0" indent="0" algn="just">
              <a:buNone/>
            </a:pPr>
            <a:r>
              <a:rPr lang="en-GB" b="1" dirty="0"/>
              <a:t>CALCULATE</a:t>
            </a:r>
            <a:r>
              <a:rPr lang="en-GB" sz="2400" dirty="0"/>
              <a:t> is the Power BI equivalent of Excel's </a:t>
            </a:r>
            <a:r>
              <a:rPr lang="en-GB" b="1" dirty="0"/>
              <a:t>SUMIF</a:t>
            </a:r>
            <a:r>
              <a:rPr lang="en-GB" sz="2400" dirty="0"/>
              <a:t> or </a:t>
            </a:r>
            <a:r>
              <a:rPr lang="en-GB" b="1" dirty="0"/>
              <a:t>COUNTIF</a:t>
            </a:r>
            <a:r>
              <a:rPr lang="en-GB" sz="2400" dirty="0"/>
              <a:t>, but infinitely more powerful. It alters the context of a calculation based on filters you dictate.</a:t>
            </a:r>
          </a:p>
          <a:p>
            <a:pPr marL="0" indent="0" algn="just">
              <a:buNone/>
            </a:pPr>
            <a:r>
              <a:rPr lang="en-GB" sz="2000" i="1" dirty="0"/>
              <a:t>Example:</a:t>
            </a:r>
            <a:r>
              <a:rPr lang="en-GB" sz="2000" dirty="0"/>
              <a:t> Finding total checkouts specifically for the Children's collection, ignoring whatever other filters are on the page.</a:t>
            </a:r>
          </a:p>
          <a:p>
            <a:pPr marL="0" indent="0" algn="just">
              <a:buNone/>
            </a:pPr>
            <a:r>
              <a:rPr lang="en-GB" sz="2000" dirty="0" err="1"/>
              <a:t>Childrens</a:t>
            </a:r>
            <a:r>
              <a:rPr lang="en-GB" sz="2000" dirty="0"/>
              <a:t> Checkouts = CALCULATE([Total Checkouts], 'Item'[</a:t>
            </a:r>
            <a:r>
              <a:rPr lang="en-GB" sz="2000" dirty="0" err="1"/>
              <a:t>CollectionType</a:t>
            </a:r>
            <a:r>
              <a:rPr lang="en-GB" sz="2000" dirty="0"/>
              <a:t>] = "Children")</a:t>
            </a:r>
          </a:p>
        </p:txBody>
      </p:sp>
      <p:cxnSp>
        <p:nvCxnSpPr>
          <p:cNvPr id="17" name="Straight Connector 16">
            <a:extLst>
              <a:ext uri="{FF2B5EF4-FFF2-40B4-BE49-F238E27FC236}">
                <a16:creationId xmlns:a16="http://schemas.microsoft.com/office/drawing/2014/main" id="{5F79AEF8-7E78-173A-8B29-F428A720CA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9955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FF0CE5-EB1A-C311-723E-A59EDC7B7B30}"/>
              </a:ext>
            </a:extLst>
          </p:cNvPr>
          <p:cNvSpPr>
            <a:spLocks noGrp="1"/>
          </p:cNvSpPr>
          <p:nvPr>
            <p:ph type="title"/>
          </p:nvPr>
        </p:nvSpPr>
        <p:spPr>
          <a:xfrm>
            <a:off x="1043630" y="809898"/>
            <a:ext cx="10427933" cy="1554480"/>
          </a:xfrm>
        </p:spPr>
        <p:txBody>
          <a:bodyPr anchor="ctr">
            <a:normAutofit/>
          </a:bodyPr>
          <a:lstStyle/>
          <a:p>
            <a:r>
              <a:rPr lang="en-GB" sz="4800" dirty="0"/>
              <a:t>SUM versus SUMX: The Iterator Concept</a:t>
            </a:r>
          </a:p>
        </p:txBody>
      </p:sp>
      <p:sp>
        <p:nvSpPr>
          <p:cNvPr id="16" name="Content Placeholder 2">
            <a:extLst>
              <a:ext uri="{FF2B5EF4-FFF2-40B4-BE49-F238E27FC236}">
                <a16:creationId xmlns:a16="http://schemas.microsoft.com/office/drawing/2014/main" id="{68E9CA83-D6BB-67C2-071B-D00468910510}"/>
              </a:ext>
            </a:extLst>
          </p:cNvPr>
          <p:cNvSpPr>
            <a:spLocks noGrp="1"/>
          </p:cNvSpPr>
          <p:nvPr>
            <p:ph idx="1"/>
          </p:nvPr>
        </p:nvSpPr>
        <p:spPr>
          <a:xfrm>
            <a:off x="1045028" y="3017522"/>
            <a:ext cx="9941319" cy="3124658"/>
          </a:xfrm>
        </p:spPr>
        <p:txBody>
          <a:bodyPr anchor="ctr">
            <a:normAutofit/>
          </a:bodyPr>
          <a:lstStyle/>
          <a:p>
            <a:pPr algn="just"/>
            <a:r>
              <a:rPr lang="en-GB" sz="2000" b="1" dirty="0"/>
              <a:t>SUM:</a:t>
            </a:r>
            <a:r>
              <a:rPr lang="en-GB" sz="2000" dirty="0"/>
              <a:t> This function looks at one single column and adds up all the numbers in it. If you want to know the total fines collected, you point </a:t>
            </a:r>
            <a:r>
              <a:rPr lang="en-GB" sz="2000" b="1" dirty="0"/>
              <a:t>SUM</a:t>
            </a:r>
            <a:r>
              <a:rPr lang="en-GB" sz="2000" dirty="0"/>
              <a:t> at the Fine Amount column. It is fast and straightforward.</a:t>
            </a:r>
          </a:p>
          <a:p>
            <a:pPr algn="just"/>
            <a:endParaRPr lang="en-GB" sz="2000" dirty="0"/>
          </a:p>
          <a:p>
            <a:pPr algn="just"/>
            <a:r>
              <a:rPr lang="en-GB" sz="2000" b="1" dirty="0"/>
              <a:t>SUMX:</a:t>
            </a:r>
            <a:r>
              <a:rPr lang="en-GB" sz="2000" dirty="0"/>
              <a:t> The "X" stands for iterator. </a:t>
            </a:r>
            <a:r>
              <a:rPr lang="en-GB" sz="2000" b="1" dirty="0"/>
              <a:t>SUMX</a:t>
            </a:r>
            <a:r>
              <a:rPr lang="en-GB" sz="2000" dirty="0"/>
              <a:t> goes row by row through a specific table, performs a calculation on that specific row in temporary memory, and then adds all those temporary results together at the very end. You use this when you need row-level math before the aggregation. For example, multiplying "Items Lost" by "Replacement Cost" for every individual patron before getting the grand total.</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5167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C014F7-88FE-EDCB-7FCD-1C83FC692186}"/>
              </a:ext>
            </a:extLst>
          </p:cNvPr>
          <p:cNvSpPr>
            <a:spLocks noGrp="1"/>
          </p:cNvSpPr>
          <p:nvPr>
            <p:ph type="title"/>
          </p:nvPr>
        </p:nvSpPr>
        <p:spPr>
          <a:xfrm>
            <a:off x="1043631" y="809898"/>
            <a:ext cx="9942716" cy="1554480"/>
          </a:xfrm>
        </p:spPr>
        <p:txBody>
          <a:bodyPr anchor="ctr">
            <a:normAutofit/>
          </a:bodyPr>
          <a:lstStyle/>
          <a:p>
            <a:r>
              <a:rPr lang="en-GB" sz="4800"/>
              <a:t>Logical Functions in DAX</a:t>
            </a:r>
          </a:p>
        </p:txBody>
      </p:sp>
      <p:sp>
        <p:nvSpPr>
          <p:cNvPr id="3" name="Content Placeholder 2">
            <a:extLst>
              <a:ext uri="{FF2B5EF4-FFF2-40B4-BE49-F238E27FC236}">
                <a16:creationId xmlns:a16="http://schemas.microsoft.com/office/drawing/2014/main" id="{CFDC7EF0-C599-22C3-5F7F-AB5C80CD2B7C}"/>
              </a:ext>
            </a:extLst>
          </p:cNvPr>
          <p:cNvSpPr>
            <a:spLocks noGrp="1"/>
          </p:cNvSpPr>
          <p:nvPr>
            <p:ph idx="1"/>
          </p:nvPr>
        </p:nvSpPr>
        <p:spPr>
          <a:xfrm>
            <a:off x="1045028" y="2704013"/>
            <a:ext cx="10308772" cy="3781287"/>
          </a:xfrm>
        </p:spPr>
        <p:txBody>
          <a:bodyPr anchor="ctr">
            <a:normAutofit/>
          </a:bodyPr>
          <a:lstStyle/>
          <a:p>
            <a:pPr algn="just"/>
            <a:r>
              <a:rPr lang="en-GB" sz="2400" dirty="0"/>
              <a:t>These allow you to categorise data dynamically without changing the underlying database.</a:t>
            </a:r>
          </a:p>
          <a:p>
            <a:pPr lvl="1"/>
            <a:r>
              <a:rPr lang="en-GB" sz="2000" b="1" dirty="0"/>
              <a:t>IF:</a:t>
            </a:r>
            <a:r>
              <a:rPr lang="en-GB" sz="2000" dirty="0"/>
              <a:t> Evaluates a true or false condition. This is useful for flagging whether a checkout is "Overdue" or "On Time" based on the return date.</a:t>
            </a:r>
          </a:p>
          <a:p>
            <a:pPr lvl="1"/>
            <a:r>
              <a:rPr lang="en-GB" sz="2000" b="1" dirty="0"/>
              <a:t>SWITCH:</a:t>
            </a:r>
            <a:r>
              <a:rPr lang="en-GB" sz="2000" dirty="0"/>
              <a:t> This is the cleaner, more professional alternative to writing messy, nested IF statements. It evaluates an expression against a list of values. A librarian could use SWITCH to instantly group Dewey Decimal numbers into readable text categories like "Science", "History", or "Arts".</a:t>
            </a:r>
          </a:p>
          <a:p>
            <a:pPr lvl="1"/>
            <a:r>
              <a:rPr lang="en-GB" sz="2000" b="1" dirty="0"/>
              <a:t>AND / OR:</a:t>
            </a:r>
            <a:r>
              <a:rPr lang="en-GB" sz="2000" dirty="0"/>
              <a:t> Used within IF statements to check multiple conditions at once, like finding checkouts that are both "Overdue" AND "Fine Amount &gt; 0".</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5754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0763E8-A7A4-4C9E-708D-4ACF9CA5A4CC}"/>
              </a:ext>
            </a:extLst>
          </p:cNvPr>
          <p:cNvSpPr>
            <a:spLocks noGrp="1"/>
          </p:cNvSpPr>
          <p:nvPr>
            <p:ph type="title"/>
          </p:nvPr>
        </p:nvSpPr>
        <p:spPr>
          <a:xfrm>
            <a:off x="761803" y="350196"/>
            <a:ext cx="4646904" cy="1624520"/>
          </a:xfrm>
        </p:spPr>
        <p:txBody>
          <a:bodyPr anchor="ctr">
            <a:normAutofit/>
          </a:bodyPr>
          <a:lstStyle/>
          <a:p>
            <a:r>
              <a:rPr lang="en-GB" sz="4000"/>
              <a:t>Demystifying DAX Evaluation Context</a:t>
            </a:r>
          </a:p>
        </p:txBody>
      </p:sp>
      <p:sp>
        <p:nvSpPr>
          <p:cNvPr id="3" name="Content Placeholder 2">
            <a:extLst>
              <a:ext uri="{FF2B5EF4-FFF2-40B4-BE49-F238E27FC236}">
                <a16:creationId xmlns:a16="http://schemas.microsoft.com/office/drawing/2014/main" id="{E0F862C4-0943-1C7C-9FB5-184958D03BAC}"/>
              </a:ext>
            </a:extLst>
          </p:cNvPr>
          <p:cNvSpPr>
            <a:spLocks noGrp="1"/>
          </p:cNvSpPr>
          <p:nvPr>
            <p:ph idx="1"/>
          </p:nvPr>
        </p:nvSpPr>
        <p:spPr>
          <a:xfrm>
            <a:off x="761802" y="2743200"/>
            <a:ext cx="4646905" cy="3613149"/>
          </a:xfrm>
        </p:spPr>
        <p:txBody>
          <a:bodyPr anchor="ctr">
            <a:normAutofit/>
          </a:bodyPr>
          <a:lstStyle/>
          <a:p>
            <a:pPr algn="just"/>
            <a:r>
              <a:rPr lang="en-GB" sz="2000" dirty="0"/>
              <a:t>Evaluation Context is the invisible engine of Power BI that determines exactly which data is included in a formula at any given second. Mastering it is the difference between building a dashboard that works and one that displays frustratingly incorrect totals.</a:t>
            </a:r>
          </a:p>
        </p:txBody>
      </p:sp>
      <p:pic>
        <p:nvPicPr>
          <p:cNvPr id="5" name="Picture 4" descr="Financial graphs on a dark display">
            <a:extLst>
              <a:ext uri="{FF2B5EF4-FFF2-40B4-BE49-F238E27FC236}">
                <a16:creationId xmlns:a16="http://schemas.microsoft.com/office/drawing/2014/main" id="{D000D184-117D-2DCB-CB10-B9D4FC70A195}"/>
              </a:ext>
            </a:extLst>
          </p:cNvPr>
          <p:cNvPicPr>
            <a:picLocks noChangeAspect="1"/>
          </p:cNvPicPr>
          <p:nvPr/>
        </p:nvPicPr>
        <p:blipFill>
          <a:blip r:embed="rId2"/>
          <a:srcRect l="19287" r="25095"/>
          <a:stretch>
            <a:fillRect/>
          </a:stretch>
        </p:blipFill>
        <p:spPr>
          <a:xfrm>
            <a:off x="6096000" y="1"/>
            <a:ext cx="6102825" cy="6858000"/>
          </a:xfrm>
          <a:prstGeom prst="rect">
            <a:avLst/>
          </a:prstGeom>
        </p:spPr>
      </p:pic>
    </p:spTree>
    <p:extLst>
      <p:ext uri="{BB962C8B-B14F-4D97-AF65-F5344CB8AC3E}">
        <p14:creationId xmlns:p14="http://schemas.microsoft.com/office/powerpoint/2010/main" val="3279783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67B652-B843-5069-DC13-8BABE265CE0E}"/>
              </a:ext>
            </a:extLst>
          </p:cNvPr>
          <p:cNvSpPr>
            <a:spLocks noGrp="1"/>
          </p:cNvSpPr>
          <p:nvPr>
            <p:ph type="title"/>
          </p:nvPr>
        </p:nvSpPr>
        <p:spPr>
          <a:xfrm>
            <a:off x="686834" y="1153572"/>
            <a:ext cx="3200400" cy="4461163"/>
          </a:xfrm>
        </p:spPr>
        <p:txBody>
          <a:bodyPr>
            <a:normAutofit/>
          </a:bodyPr>
          <a:lstStyle/>
          <a:p>
            <a:r>
              <a:rPr lang="en-GB" dirty="0">
                <a:solidFill>
                  <a:srgbClr val="FFFFFF"/>
                </a:solidFill>
              </a:rPr>
              <a:t>Filter Context (The Dashboard View)</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F2A09BE-C1C8-E33F-5D70-51A629AD193C}"/>
              </a:ext>
            </a:extLst>
          </p:cNvPr>
          <p:cNvSpPr>
            <a:spLocks noGrp="1"/>
          </p:cNvSpPr>
          <p:nvPr>
            <p:ph idx="1"/>
          </p:nvPr>
        </p:nvSpPr>
        <p:spPr>
          <a:xfrm>
            <a:off x="4447308" y="591344"/>
            <a:ext cx="6906491" cy="5585619"/>
          </a:xfrm>
        </p:spPr>
        <p:txBody>
          <a:bodyPr anchor="ctr">
            <a:normAutofit/>
          </a:bodyPr>
          <a:lstStyle/>
          <a:p>
            <a:pPr marL="0" indent="0" algn="just">
              <a:buNone/>
            </a:pPr>
            <a:r>
              <a:rPr lang="en-GB" sz="1800" dirty="0"/>
              <a:t>Filter Context is all about the filters actively applied to your dashboard visuals. It restricts the underlying data to specific conditions before any math happens.</a:t>
            </a:r>
          </a:p>
          <a:p>
            <a:pPr marL="0" indent="0" algn="just">
              <a:buNone/>
            </a:pPr>
            <a:r>
              <a:rPr lang="en-GB" sz="1800" b="1" dirty="0"/>
              <a:t>	The Scenario:</a:t>
            </a:r>
            <a:r>
              <a:rPr lang="en-GB" sz="1800" dirty="0"/>
              <a:t> You write a simple measure to count transactions:</a:t>
            </a:r>
          </a:p>
          <a:p>
            <a:pPr marL="0" indent="0" algn="ctr">
              <a:buNone/>
            </a:pPr>
            <a:r>
              <a:rPr lang="en-GB" sz="1800" dirty="0"/>
              <a:t>Total Checkouts = COUNTROWS('</a:t>
            </a:r>
            <a:r>
              <a:rPr lang="en-GB" sz="1800" dirty="0" err="1"/>
              <a:t>FACT_Circulation</a:t>
            </a:r>
            <a:r>
              <a:rPr lang="en-GB" sz="1800" dirty="0"/>
              <a:t>’)</a:t>
            </a:r>
          </a:p>
          <a:p>
            <a:pPr marL="0" indent="0" algn="just">
              <a:buNone/>
            </a:pPr>
            <a:endParaRPr lang="en-GB" sz="1800" dirty="0"/>
          </a:p>
          <a:p>
            <a:pPr marL="0" indent="0" algn="just">
              <a:buNone/>
            </a:pPr>
            <a:r>
              <a:rPr lang="en-GB" sz="1800" dirty="0"/>
              <a:t>If you place this measure on a blank canvas, it returns 50,000 (the entire database). However, if you drag this measure into a table visual next to a list of Collection Types (Fiction, Non-Fiction, Audiobooks), the number breaks down by category. Power BI is applying Filter Context. For the first row of your visual, it silently filters the entire Circulation table down to just "Fiction", counts the rows, displays the result, and then moves to the next category.</a:t>
            </a:r>
          </a:p>
          <a:p>
            <a:pPr marL="0" indent="0" algn="just">
              <a:buNone/>
            </a:pPr>
            <a:endParaRPr lang="en-GB" sz="1800" dirty="0"/>
          </a:p>
          <a:p>
            <a:pPr algn="just"/>
            <a:r>
              <a:rPr lang="en-GB" sz="1800" b="1" dirty="0"/>
              <a:t>Key Takeaway:</a:t>
            </a:r>
            <a:r>
              <a:rPr lang="en-GB" sz="1800" dirty="0"/>
              <a:t> Filter Context is controlled by the report page visuals (slicers, cross-filtering, and matrix rows) rather than the formula itself.</a:t>
            </a:r>
          </a:p>
        </p:txBody>
      </p:sp>
    </p:spTree>
    <p:extLst>
      <p:ext uri="{BB962C8B-B14F-4D97-AF65-F5344CB8AC3E}">
        <p14:creationId xmlns:p14="http://schemas.microsoft.com/office/powerpoint/2010/main" val="3436037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F6D307-5E59-8E10-CCA6-BDDC7F54B9C2}"/>
              </a:ext>
            </a:extLst>
          </p:cNvPr>
          <p:cNvSpPr>
            <a:spLocks noGrp="1"/>
          </p:cNvSpPr>
          <p:nvPr>
            <p:ph type="title"/>
          </p:nvPr>
        </p:nvSpPr>
        <p:spPr>
          <a:xfrm>
            <a:off x="686834" y="1153572"/>
            <a:ext cx="3200400" cy="4461163"/>
          </a:xfrm>
        </p:spPr>
        <p:txBody>
          <a:bodyPr>
            <a:normAutofit/>
          </a:bodyPr>
          <a:lstStyle/>
          <a:p>
            <a:r>
              <a:rPr lang="en-GB">
                <a:solidFill>
                  <a:srgbClr val="FFFFFF"/>
                </a:solidFill>
              </a:rPr>
              <a:t>Row Context (The Line-by-Line Reader)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8E5822B-5976-E623-1F1B-CF4D51A74211}"/>
              </a:ext>
            </a:extLst>
          </p:cNvPr>
          <p:cNvSpPr>
            <a:spLocks noGrp="1"/>
          </p:cNvSpPr>
          <p:nvPr>
            <p:ph idx="1"/>
          </p:nvPr>
        </p:nvSpPr>
        <p:spPr>
          <a:xfrm>
            <a:off x="4447308" y="591344"/>
            <a:ext cx="6906491" cy="5585619"/>
          </a:xfrm>
        </p:spPr>
        <p:txBody>
          <a:bodyPr anchor="ctr">
            <a:normAutofit/>
          </a:bodyPr>
          <a:lstStyle/>
          <a:p>
            <a:pPr marL="0" indent="0" algn="just">
              <a:buNone/>
            </a:pPr>
            <a:r>
              <a:rPr lang="en-GB" sz="1800" dirty="0"/>
              <a:t>Row Context knows exactly which row of a data table it is currently standing on. It does not filter the table at all; it simply reads data line by line. This exists naturally inside Calculated Columns and inside iterator functions like </a:t>
            </a:r>
            <a:r>
              <a:rPr lang="en-GB" sz="1800" b="1" dirty="0"/>
              <a:t>SUMX</a:t>
            </a:r>
            <a:r>
              <a:rPr lang="en-GB" sz="1800" dirty="0"/>
              <a:t>.</a:t>
            </a:r>
          </a:p>
          <a:p>
            <a:pPr marL="0" indent="0" algn="just">
              <a:buNone/>
            </a:pPr>
            <a:endParaRPr lang="en-GB" sz="1800" dirty="0"/>
          </a:p>
          <a:p>
            <a:pPr marL="0" indent="0" algn="just">
              <a:buNone/>
            </a:pPr>
            <a:r>
              <a:rPr lang="en-GB" sz="1800" b="1" dirty="0"/>
              <a:t>	The Scenario:</a:t>
            </a:r>
            <a:r>
              <a:rPr lang="en-GB" sz="1800" dirty="0"/>
              <a:t> You want to calculate how many days late a book was returned by creating a new Calculated Column in your table.</a:t>
            </a:r>
          </a:p>
          <a:p>
            <a:pPr marL="0" indent="0" algn="ctr">
              <a:buNone/>
            </a:pPr>
            <a:r>
              <a:rPr lang="en-GB" sz="1800" dirty="0"/>
              <a:t>Days Overdue = DATEDIFF('</a:t>
            </a:r>
            <a:r>
              <a:rPr lang="en-GB" sz="1800" dirty="0" err="1"/>
              <a:t>FACT_Circulation</a:t>
            </a:r>
            <a:r>
              <a:rPr lang="en-GB" sz="1800" dirty="0"/>
              <a:t>'[</a:t>
            </a:r>
            <a:r>
              <a:rPr lang="en-GB" sz="1800" dirty="0" err="1"/>
              <a:t>DueDate</a:t>
            </a:r>
            <a:r>
              <a:rPr lang="en-GB" sz="1800" dirty="0"/>
              <a:t>], '</a:t>
            </a:r>
            <a:r>
              <a:rPr lang="en-GB" sz="1800" dirty="0" err="1"/>
              <a:t>FACT_Circulation</a:t>
            </a:r>
            <a:r>
              <a:rPr lang="en-GB" sz="1800" dirty="0"/>
              <a:t>'[</a:t>
            </a:r>
            <a:r>
              <a:rPr lang="en-GB" sz="1800" dirty="0" err="1"/>
              <a:t>ReturnDate</a:t>
            </a:r>
            <a:r>
              <a:rPr lang="en-GB" sz="1800" dirty="0"/>
              <a:t>], DAY)</a:t>
            </a:r>
          </a:p>
          <a:p>
            <a:pPr marL="0" indent="0" algn="just">
              <a:buNone/>
            </a:pPr>
            <a:endParaRPr lang="en-GB" sz="1800" dirty="0"/>
          </a:p>
          <a:p>
            <a:pPr marL="0" indent="0" algn="just">
              <a:buNone/>
            </a:pPr>
            <a:r>
              <a:rPr lang="en-GB" sz="1800" dirty="0"/>
              <a:t>Power BI uses Row Context to look at Row 1, subtract the two specific dates in that exact row, save the result, and then step down to Row 2.</a:t>
            </a:r>
          </a:p>
          <a:p>
            <a:pPr marL="0" indent="0" algn="just">
              <a:buNone/>
            </a:pPr>
            <a:endParaRPr lang="en-GB" sz="1800" dirty="0"/>
          </a:p>
          <a:p>
            <a:pPr algn="just"/>
            <a:r>
              <a:rPr lang="en-GB" sz="1800" b="1" dirty="0"/>
              <a:t>Key Takeaway:</a:t>
            </a:r>
            <a:r>
              <a:rPr lang="en-GB" sz="1800" dirty="0"/>
              <a:t> Row Context operates strictly in the background data tables to perform line-by-line evaluations.</a:t>
            </a:r>
          </a:p>
        </p:txBody>
      </p:sp>
    </p:spTree>
    <p:extLst>
      <p:ext uri="{BB962C8B-B14F-4D97-AF65-F5344CB8AC3E}">
        <p14:creationId xmlns:p14="http://schemas.microsoft.com/office/powerpoint/2010/main" val="12976530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TotalTime>
  <Words>1109</Words>
  <Application>Microsoft Office PowerPoint</Application>
  <PresentationFormat>Widescreen</PresentationFormat>
  <Paragraphs>70</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DAX in Power BI</vt:lpstr>
      <vt:lpstr>So far… So Good…</vt:lpstr>
      <vt:lpstr>Next: Calculation Logic</vt:lpstr>
      <vt:lpstr>DAX</vt:lpstr>
      <vt:lpstr>The Big Distinction: Columns vs. Measures</vt:lpstr>
      <vt:lpstr>The Foundation: Basic Aggregations</vt:lpstr>
      <vt:lpstr>Safe Division</vt:lpstr>
      <vt:lpstr>Understanding simple functions </vt:lpstr>
      <vt:lpstr>The Heavyweight: CALCULATE</vt:lpstr>
      <vt:lpstr>SUM versus SUMX: The Iterator Concept</vt:lpstr>
      <vt:lpstr>Logical Functions in DAX</vt:lpstr>
      <vt:lpstr>Demystifying DAX Evaluation Context</vt:lpstr>
      <vt:lpstr>Filter Context (The Dashboard View)</vt:lpstr>
      <vt:lpstr>Row Context (The Line-by-Line Reader)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Jesubukade Ajakaye</dc:creator>
  <cp:lastModifiedBy>Jesubukade Ajakaye</cp:lastModifiedBy>
  <cp:revision>1</cp:revision>
  <dcterms:created xsi:type="dcterms:W3CDTF">2026-10-07T10:13:20Z</dcterms:created>
  <dcterms:modified xsi:type="dcterms:W3CDTF">2026-10-07T12:33:33Z</dcterms:modified>
</cp:coreProperties>
</file>